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365760"/>
            <a:ext cx="10545775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5457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TRƯỜNG CAO ĐẲNG CÔNG NGHỆ THÔNG TIN TP.HCM • KHOA CNTT – ĐIỆN TỬ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1054577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4300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ĐỒ ÁN MÔN HỌC: CHUYÊN ĐỀ FRONT-END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101800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MỀM QUẢN LÝ NHÀ HÀNG &amp; GỌI MÓN (ROYAL BISTRO)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• Vite 6 • Tailwind CSS v4 • Gọi Món QR • Bếp KDS Real-time • POS Bán Hàng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794760"/>
            <a:ext cx="3090672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SINH VIÊN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3891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 và tên: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Nguyễn Hoàng Hưng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MSSV: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501250384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Khóa K25 – CN Phần mềm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6552" y="365760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3794760"/>
            <a:ext cx="3090672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37947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GIẢNG VIÊN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45152" y="43891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Giảng viên 1: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ThS. HÀ MĨ TRINH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Giảng viên 2: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ThS. NGUYỄN MINH HẢI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môn: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 Phần mềm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0144" y="365760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3794760"/>
            <a:ext cx="3090672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3794760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CÔNG NGHỆ CHÍNH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38744" y="4389120"/>
            <a:ext cx="290779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&amp; Vite 6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 (3 tầng)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Client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1/12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ĐẶT VẤN ĐỀ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Bất Cập Lớn Trong Quản Lý Nhà Hàng Thủ Công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Thách thức lớn khi chưa số hóa giao diện phục vụ F&amp;B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TẮC NGHẼN CAO ĐIỂM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48740" y="18288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8740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Quá Tải Cao Điểm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đợi gọi món quá lâu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viên quá tải, sót bàn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Trải nghiệm khách giảm sút
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79976" y="11887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ORDER GIẤY SAI SÓT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97196" y="18288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7196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Dễ Bị Nhầm Món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08576" y="2423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tay dễ nhầm món, mất bill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Bỏ quên ghi chú khẩu vị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Truyền đạt vào bếp thiếu sót
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28432" y="11887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1371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📵 GIAO DIỆN RỜI RẠC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45652" y="18288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5652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Thủ Công Hoàn Toàn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57032" y="24231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Thiếu màn hình điều phối chung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viên di chuyển liên tục
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 theo dõi trạng thái bàn ăn
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Trải nghiệm khách hàng giảm sút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79976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Giảm hiệu suất nhân sự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28432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5349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Thao tác thủ công chậm chạp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BÀI TOÁN &amp; MỤC TIÊU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Giao Diện &amp; Tiêu Chuẩn Trải Nghiệm Người Dùng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Xây dựng ứng dụng Web SPA trực quan, thao tác nhanh nhạy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1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MỤC TIÊU TÍNH NĂNG GIAO DIỆN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SPA Siêu Tốc: Chuyển màn hình tức thì, không reload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QR Điện Thoại: Khách tự chọn món và gửi order tại bàn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POS Cảm Ứng: Nhân viên phục vụ chọn món nhanh chóng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Hình Bếp KDS: Nhận món chuông reo &amp; đổi trạng thái nấu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Hóa Đơn: Xem trước bill và hiển thị mã VietQR động
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11887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371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💎 TIÊU CHUẨN TRẢI NGHIỆM UI/UX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18745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 Thiết Bị: Chuẩn Mobile, Tablet &amp; Desktop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Tải Trang Nhanh: Tối ưu mượt mà, chống giật layout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3 Tầng: Layered Depth nổi khối, bo tròn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Chuông Báo Đơn: Âm thanh &amp; Popup tức thì
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Trực Quan: Bố cục tối giản, font tiếng Việt sang trọng
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440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Tức Thời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Phản hồi nhanh, chuyển tab mượt mà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976" y="5440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Linh Hoạt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79976" y="5852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thích mọi kích cỡ màn hình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53492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5440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Real-time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28432" y="5852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Cập nhật giao diện tức thì qua Socket.io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KIẾN TRÚC FRONT-END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Ngăn Xếp Công Nghệ &amp; Cấu Trúc Mã Nguồn Front-End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chức module hóa cao, xây dựng bằng các công nghệ hiện đại nhất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99032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9903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 REACT 19 &amp; VITE 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tái sử dụng cao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HMR cập nhật tức thì khi code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bundle &amp; tải trang mượt mà
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23444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399032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39903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TAILWIND CSS v4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3952" y="196596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utility CSS siêu tinh gọn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Tách Nền 3 Tầng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icon Lucide vector nhẹ
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59352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5935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SOCKET.IO CLIENT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nối WebSocket 2 chiều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Bắt sự kiện đơn mới tức thì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Cập nhật giao diện không cần F5
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79476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959352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395935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TỔ CHỨC MÃ NGUỒN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73952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Tách biệt Pages &amp; Components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Context API (Auth &amp; Socket)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 tự động gắn Bearer Token
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THỰC HIỆN HOÁ: LIỆT KÊ CHỨC NĂNG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Mục Các Phân Hệ Chức Năng Front-End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 toàn bộ màn hình chức năng phục vụ vận hành nhà hàng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Xác Thực Phân Quyền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1719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4 vai trò (Admin, Thu Ngân, Bếp, Phục Vụ)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188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3258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42632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Dashboard Tổng Quan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42632" y="1719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Biểu đồ doanh thu ngày, thẻ KPI kinh doanh, popup chuông báo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60604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🪑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8745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Sơ Đồ Bàn Ăn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2999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Trực quan hóa 3 màu: Trống (Xanh), Dùng (Đỏ), Đặt (Cam)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24688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60604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42632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POS Bán Hàng Tại Bàn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42632" y="2999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hình cảm ứng tìm món nhanh, ghi chú khẩu vị, tạm tính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7490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88620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886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👨‍🍳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874520" y="3931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Màn Hình Bếp KDS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87452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đơn chuông reo, đổi trạng thái: Chờ nấu ➔ Nấu ➔ Xong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374904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388620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6336792" y="38862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42632" y="3931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Khách Quét Mã QR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42632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điện tử trên điện thoại, tự chọn món &amp; gửi order tại bàn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50292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5166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166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874520" y="5212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Quản Lý Thực Đơn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874520" y="5559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Thêm, sửa, xóa món ăn, ảnh đại diện, bật/tắt Còn hàng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99632" y="50292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6792" y="5166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5166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342632" y="5212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Thanh Toán &amp; VietQR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42632" y="5559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Hiển thị mã VietQR động, in phiếu tạm tính, thanh toán đa kênh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THỰC HIỆN HOÁ: NÓI CHỨC NĂNG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Đăng Nhập &amp; Bảng Điều Khiển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bảo mật và màn hình thống kê chỉ số kinh doanh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GIAO DIỆN ĐĂNG NHẬP THEO VAI TRÒ</a:t>
            </a:r>
            <a:endParaRPr lang="en-US" sz="1450" dirty="0"/>
          </a:p>
        </p:txBody>
      </p:sp>
      <p:pic>
        <p:nvPicPr>
          <p:cNvPr id="10" name="Image 0" descr="C:\Users\LENOVO\OneDrive\Documents\My Data Sources\PhanMemQuanLyMonAn\docs\assets\screenshots_clean\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892040" cy="3054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Vai trò: Admin, Thu Ngân, Bếp, Phục Vụ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chuyển trang: Đúng giao diện theo quyền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nhanh: Chọn tài khoản mẫu kiểm thử
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 TỔNG QUAN REAL-TIME</a:t>
            </a:r>
            <a:endParaRPr lang="en-US" sz="1450" dirty="0"/>
          </a:p>
        </p:txBody>
      </p:sp>
      <p:pic>
        <p:nvPicPr>
          <p:cNvPr id="14" name="Image 1" descr="C:\Users\LENOVO\OneDrive\Documents\My Data Sources\PhanMemQuanLyMonAn\docs\assets\screenshots_clean\02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4892040" cy="30540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Thẻ chỉ số KPI: Doanh thu, hóa đơn, số bàn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Biểu đồ trực quan: Thống kê doanh thu theo giờ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Chuông reo báo đơn: Popup nổi khi có order mới
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THỰC HIỆN HOÁ: NÓI CHỨC NĂNG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Sơ Đồ Bàn Ăn &amp; POS Bán Hàng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quản lý bàn trực quan và màn hình chọn món cảm ứng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🪑 SƠ ĐỒ BÀN ĂN THỜI GIAN THỰC</a:t>
            </a:r>
            <a:endParaRPr lang="en-US" sz="1450" dirty="0"/>
          </a:p>
        </p:txBody>
      </p:sp>
      <p:pic>
        <p:nvPicPr>
          <p:cNvPr id="10" name="Image 0" descr="C:\Users\LENOVO\OneDrive\Documents\My Data Sources\PhanMemQuanLyMonAn\docs\assets\screenshots_clean\04_t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892040" cy="3054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Màu trực quan: Trống (Xanh) - Dùng (Đỏ) - Đặt (Cam)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Lọc theo khu vực: Sảnh chính, Phòng VIP, Ban công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Thao tác trực tiếp: Mở bàn, gọi thêm, xem bill tạm
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GIAO DIỆN POS GỌI MÓN TẠI BÀN</a:t>
            </a:r>
            <a:endParaRPr lang="en-US" sz="1450" dirty="0"/>
          </a:p>
        </p:txBody>
      </p:sp>
      <p:pic>
        <p:nvPicPr>
          <p:cNvPr id="14" name="Image 1" descr="C:\Users\LENOVO\OneDrive\Documents\My Data Sources\PhanMemQuanLyMonAn\docs\assets\screenshots_clean\03_pos_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4892040" cy="30540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Tìm &amp; Lọc nhanh: Theo tên và nhóm danh mục món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chú khẩu vị: Ít cay, không đường, ăn chay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tiền tự động: Tạm tính, giảm giá, thuế VAT
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THỰC HIỆN HOÁ: NÓI CHỨC NĂNG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Bếp KDS &amp; Khách Quét Mã QR Gọi Món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điều phối nhà bếp và menu tự phục vụ trên di động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👨‍🍳 MÀN HÌNH BẾP KDS (KITCHEN DISPLAY)</a:t>
            </a:r>
            <a:endParaRPr lang="en-US" sz="1450" dirty="0"/>
          </a:p>
        </p:txBody>
      </p:sp>
      <p:pic>
        <p:nvPicPr>
          <p:cNvPr id="10" name="Image 0" descr="C:\Users\LENOVO\OneDrive\Documents\My Data Sources\PhanMemQuanLyMonAn\docs\assets\screenshots_clean\05_kitch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892040" cy="3054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đơn tức thì: Chuông reo &amp; hiện thẻ bàn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Trạng thái món: Chờ nấu ➔ Đang nấu ➔ Hoàn tất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Nút chạm cảm ứng: Cập nhật tiến độ nấu nhanh
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GIAO DIỆN KHÁCH QUÉT MÃ QR (MOBILE)</a:t>
            </a:r>
            <a:endParaRPr lang="en-US" sz="1450" dirty="0"/>
          </a:p>
        </p:txBody>
      </p:sp>
      <p:pic>
        <p:nvPicPr>
          <p:cNvPr id="14" name="Image 1" descr="C:\Users\LENOVO\OneDrive\Documents\My Data Sources\PhanMemQuanLyMonAn\docs\assets\screenshots_clean\10_qr_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4892040" cy="30540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cần tải app: Quét camera mở ngay menu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Thực đơn trực quan: Ảnh sắc nét, giá rõ ràng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 dõi tiến độ: Khách biết món đang được nấu
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THỰC HIỆN HOÁ: NÓI CHỨC NĂNG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Chức Năng Thực Đơn &amp; Thanh Toán Hóa Đơn VietQR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cấu hình món ăn và màn hình thanh toán không tiền mặt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GIAO DIỆN QUẢN LÝ THỰC ĐƠN</a:t>
            </a:r>
            <a:endParaRPr lang="en-US" sz="1450" dirty="0"/>
          </a:p>
        </p:txBody>
      </p:sp>
      <p:pic>
        <p:nvPicPr>
          <p:cNvPr id="10" name="Image 0" descr="C:\Users\LENOVO\OneDrive\Documents\My Data Sources\PhanMemQuanLyMonAn\docs\assets\screenshots_clean\06_dis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892040" cy="3054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món ăn: Thêm, sửa, đổi ảnh &amp; giá bán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tắc trạng thái: Bật/tắt Còn hàng - Hết hàng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loại danh mục: Khai vị, Món chính, Đồ uống
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1143000"/>
            <a:ext cx="5257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1280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GIAO DIỆN THANH TOÁN &amp; MÃ VIETQR ĐỘNG</a:t>
            </a:r>
            <a:endParaRPr lang="en-US" sz="1450" dirty="0"/>
          </a:p>
        </p:txBody>
      </p:sp>
      <p:pic>
        <p:nvPicPr>
          <p:cNvPr id="14" name="Image 1" descr="C:\Users\LENOVO\OneDrive\Documents\My Data Sources\PhanMemQuanLyMonAn\docs\assets\screenshots_clean\11_bill_pa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45920"/>
            <a:ext cx="4892040" cy="30540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4800600"/>
            <a:ext cx="4892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Mã VietQR động: Tự tạo mã có sẵn số tiền chuyển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 phương thức: Tiền mặt, Thẻ, Quét mã QR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hóa đơn: Xem trước và xuất phiếu in bill
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KHÓ KHĂN &amp; THÁCH THỨC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Thách Thức Kỹ Thuật Front-End &amp; Giải Pháp Khắc Phục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 bài toán lập trình giao diện thực tế và cách xử lý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429000" cy="5166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ĐỒNG BỘ REAL-TIME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KHÓ KHĂN KỸ THUẬT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Trạng thái bàn và bếp cần cập nhật tức thời không reload trang.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06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GIẢI PHÁP ĐÃ ÁP DỤNG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Bắt sự kiện Socket.io cập nhật state React cục bộ mượt mà.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9976" y="1188720"/>
            <a:ext cx="3429000" cy="5166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TỐI ƯU HIỆU NĂNG ẢNH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62856" y="196596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KHÓ KHĂN KỸ THUẬT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54296" y="246888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danh sách nhiều ảnh lớn dễ gây giật layout (CLS cao).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62856" y="4069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4206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GIẢI PHÁP ĐÃ ÁP DỤNG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54296" y="457200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Lazy loading + Cố định kích thước ảnh + Nén WebP tối ưu.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28432" y="1188720"/>
            <a:ext cx="3429000" cy="51663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RESPONSIVE ĐA THIẾT BỊ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11312" y="196596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103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KHÓ KHĂN KỸ THUẬT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02752" y="246888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hình PC/POS nằm ngang, màn hình khách QR lại dọc trên điện thoại.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11312" y="406908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4206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GIẢI PHÁP ĐÃ ÁP DỤNG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02752" y="457200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Mobile-first cho QR &amp; Tailwind Flex/Grid thích ứng.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HƯỚNG PHÁT TRIỂN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107286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Định Hướng Nâng Cấp Tính Năng Giao Diện Người Dùng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694944"/>
            <a:ext cx="10728655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Lộ trình hoàn thiện trải nghiệm ứng dụng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71600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716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ỨNG DỤNG PWA (PROGRESSIVE WEB APP)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Cài icon trực tiếp lên màn hình chính điện thoại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Hỗ trợ chạy ngoại tuyến &amp; Web Push Notification
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18872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371600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3716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🌙 CHẾ ĐỘ GIAO DIỆN TỐI (DARK MODE)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1965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Tùy chọn giao diện nền tối dịu mắt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Phù hợp môi trường nhà bếp và quầy bar thiếu sáng
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69080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HỖ TRỢ ĐA NGÔN NGỮ (I18N)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Chuyển đổi giao diện song ngữ Tiếng Việt – Tiếng Anh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Hỗ trợ khách du lịch nước ngoài quét mã QR gọi món
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88620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4069080"/>
            <a:ext cx="4892040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06908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TRỢ LÝ AI GỢI Ý MÓN TRÊN GIAO DIỆN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466344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Popup gợi ý món ăn kèm thông minh
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món đặc sản theo thời tiết và khung giờ
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02920"/>
            <a:ext cx="10362895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772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🎉 HOÀN THÀNH TOÀN DIỆN MỤC TIÊU ĐỒ ÁN FRONT-END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9997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CHÂN THÀNH CẢM ƠN QUÝ THẦY CÔ!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Kính chúc Quý Thầy Cô trong Hội đồng thật nhiều sức khỏe và thành công!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7619695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606040"/>
            <a:ext cx="7436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PHẦN HỎI &amp; ĐÁP (Q &amp; A)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3154680"/>
            <a:ext cx="70710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rất mong nhận được những góp ý quý báu của Quý Thầy Cô để hoàn thiện đề tài.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10362895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98348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Sinh viên: NGUYỄN HOÀNG HƯNG   |   MSSV: 501250384   |   Lớp: Khóa K25 – Công nghệ Phần mềm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39496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GVHD: ThS. HÀ MĨ TRINH &amp; ThS. NGUYỄN MINH HẢI   |   Khoa: CNTT – ĐT (ITC)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742432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🍽️ Đề tài: Phần Mềm Quản Lý Nhà Hàng &amp; Gọi Món (Royal Bistro Restaurant System)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Chuyên Đề Front-End: Royal Bistro  |  Sinh viên: Nguyễn Hoàng Hưng – MSSV: 501250384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6537960"/>
            <a:ext cx="2316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Trang 12/12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2026-10-27T14:24:20Z</dcterms:created>
  <dcterms:modified xsi:type="dcterms:W3CDTF">2026-10-27T14:24:20Z</dcterms:modified>
</cp:coreProperties>
</file>