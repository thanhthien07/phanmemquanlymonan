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62" r:id="rId6"/>
    <p:sldId id="267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BB1CD5-E6E4-4BFC-AC97-A84AF4E3D68D}" v="2" dt="2026-10-20T01:27:24.4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ưng Nguyễn" userId="62088adbe5b10a38" providerId="LiveId" clId="{0038B2EA-E61B-494E-8805-E1A7D9E185B2}"/>
    <pc:docChg chg="custSel delSld modSld">
      <pc:chgData name="Hưng Nguyễn" userId="62088adbe5b10a38" providerId="LiveId" clId="{0038B2EA-E61B-494E-8805-E1A7D9E185B2}" dt="2026-10-20T02:48:13.493" v="378" actId="255"/>
      <pc:docMkLst>
        <pc:docMk/>
      </pc:docMkLst>
      <pc:sldChg chg="modSp mod">
        <pc:chgData name="Hưng Nguyễn" userId="62088adbe5b10a38" providerId="LiveId" clId="{0038B2EA-E61B-494E-8805-E1A7D9E185B2}" dt="2026-10-20T02:47:29.406" v="366" actId="403"/>
        <pc:sldMkLst>
          <pc:docMk/>
          <pc:sldMk cId="0" sldId="256"/>
        </pc:sldMkLst>
        <pc:spChg chg="mod">
          <ac:chgData name="Hưng Nguyễn" userId="62088adbe5b10a38" providerId="LiveId" clId="{0038B2EA-E61B-494E-8805-E1A7D9E185B2}" dt="2026-10-20T02:47:29.406" v="366" actId="403"/>
          <ac:spMkLst>
            <pc:docMk/>
            <pc:sldMk cId="0" sldId="256"/>
            <ac:spMk id="5" creationId="{00000000-0000-0000-0000-000000000000}"/>
          </ac:spMkLst>
        </pc:spChg>
        <pc:spChg chg="mod">
          <ac:chgData name="Hưng Nguyễn" userId="62088adbe5b10a38" providerId="LiveId" clId="{0038B2EA-E61B-494E-8805-E1A7D9E185B2}" dt="2026-10-20T01:50:20.361" v="211" actId="1076"/>
          <ac:spMkLst>
            <pc:docMk/>
            <pc:sldMk cId="0" sldId="256"/>
            <ac:spMk id="8" creationId="{00000000-0000-0000-0000-000000000000}"/>
          </ac:spMkLst>
        </pc:spChg>
        <pc:spChg chg="mod">
          <ac:chgData name="Hưng Nguyễn" userId="62088adbe5b10a38" providerId="LiveId" clId="{0038B2EA-E61B-494E-8805-E1A7D9E185B2}" dt="2026-10-20T01:49:39.782" v="207" actId="1076"/>
          <ac:spMkLst>
            <pc:docMk/>
            <pc:sldMk cId="0" sldId="256"/>
            <ac:spMk id="11" creationId="{00000000-0000-0000-0000-000000000000}"/>
          </ac:spMkLst>
        </pc:spChg>
        <pc:spChg chg="mod">
          <ac:chgData name="Hưng Nguyễn" userId="62088adbe5b10a38" providerId="LiveId" clId="{0038B2EA-E61B-494E-8805-E1A7D9E185B2}" dt="2026-10-20T01:50:04.046" v="210" actId="1076"/>
          <ac:spMkLst>
            <pc:docMk/>
            <pc:sldMk cId="0" sldId="256"/>
            <ac:spMk id="14" creationId="{00000000-0000-0000-0000-000000000000}"/>
          </ac:spMkLst>
        </pc:spChg>
      </pc:sldChg>
      <pc:sldChg chg="modSp mod">
        <pc:chgData name="Hưng Nguyễn" userId="62088adbe5b10a38" providerId="LiveId" clId="{0038B2EA-E61B-494E-8805-E1A7D9E185B2}" dt="2026-10-20T02:48:13.493" v="378" actId="255"/>
        <pc:sldMkLst>
          <pc:docMk/>
          <pc:sldMk cId="0" sldId="257"/>
        </pc:sldMkLst>
        <pc:spChg chg="mod">
          <ac:chgData name="Hưng Nguyễn" userId="62088adbe5b10a38" providerId="LiveId" clId="{0038B2EA-E61B-494E-8805-E1A7D9E185B2}" dt="2026-10-20T02:48:08.828" v="377" actId="255"/>
          <ac:spMkLst>
            <pc:docMk/>
            <pc:sldMk cId="0" sldId="257"/>
            <ac:spMk id="8" creationId="{00000000-0000-0000-0000-000000000000}"/>
          </ac:spMkLst>
        </pc:spChg>
        <pc:spChg chg="mod">
          <ac:chgData name="Hưng Nguyễn" userId="62088adbe5b10a38" providerId="LiveId" clId="{0038B2EA-E61B-494E-8805-E1A7D9E185B2}" dt="2026-10-20T02:48:13.493" v="378" actId="255"/>
          <ac:spMkLst>
            <pc:docMk/>
            <pc:sldMk cId="0" sldId="257"/>
            <ac:spMk id="9" creationId="{00000000-0000-0000-0000-000000000000}"/>
          </ac:spMkLst>
        </pc:spChg>
        <pc:spChg chg="mod">
          <ac:chgData name="Hưng Nguyễn" userId="62088adbe5b10a38" providerId="LiveId" clId="{0038B2EA-E61B-494E-8805-E1A7D9E185B2}" dt="2026-10-20T02:30:50.029" v="214" actId="403"/>
          <ac:spMkLst>
            <pc:docMk/>
            <pc:sldMk cId="0" sldId="257"/>
            <ac:spMk id="10" creationId="{00000000-0000-0000-0000-000000000000}"/>
          </ac:spMkLst>
        </pc:spChg>
        <pc:spChg chg="mod">
          <ac:chgData name="Hưng Nguyễn" userId="62088adbe5b10a38" providerId="LiveId" clId="{0038B2EA-E61B-494E-8805-E1A7D9E185B2}" dt="2026-10-20T02:30:54.976" v="217" actId="403"/>
          <ac:spMkLst>
            <pc:docMk/>
            <pc:sldMk cId="0" sldId="257"/>
            <ac:spMk id="11" creationId="{00000000-0000-0000-0000-000000000000}"/>
          </ac:spMkLst>
        </pc:spChg>
        <pc:spChg chg="mod">
          <ac:chgData name="Hưng Nguyễn" userId="62088adbe5b10a38" providerId="LiveId" clId="{0038B2EA-E61B-494E-8805-E1A7D9E185B2}" dt="2026-10-20T02:30:58.180" v="220" actId="403"/>
          <ac:spMkLst>
            <pc:docMk/>
            <pc:sldMk cId="0" sldId="257"/>
            <ac:spMk id="12" creationId="{00000000-0000-0000-0000-000000000000}"/>
          </ac:spMkLst>
        </pc:spChg>
        <pc:spChg chg="mod">
          <ac:chgData name="Hưng Nguyễn" userId="62088adbe5b10a38" providerId="LiveId" clId="{0038B2EA-E61B-494E-8805-E1A7D9E185B2}" dt="2026-10-20T02:31:04.689" v="223" actId="403"/>
          <ac:spMkLst>
            <pc:docMk/>
            <pc:sldMk cId="0" sldId="257"/>
            <ac:spMk id="13" creationId="{00000000-0000-0000-0000-000000000000}"/>
          </ac:spMkLst>
        </pc:spChg>
      </pc:sldChg>
      <pc:sldChg chg="modSp mod">
        <pc:chgData name="Hưng Nguyễn" userId="62088adbe5b10a38" providerId="LiveId" clId="{0038B2EA-E61B-494E-8805-E1A7D9E185B2}" dt="2026-10-20T01:49:06.837" v="201" actId="403"/>
        <pc:sldMkLst>
          <pc:docMk/>
          <pc:sldMk cId="0" sldId="258"/>
        </pc:sldMkLst>
        <pc:spChg chg="mod">
          <ac:chgData name="Hưng Nguyễn" userId="62088adbe5b10a38" providerId="LiveId" clId="{0038B2EA-E61B-494E-8805-E1A7D9E185B2}" dt="2026-10-20T01:49:06.837" v="201" actId="403"/>
          <ac:spMkLst>
            <pc:docMk/>
            <pc:sldMk cId="0" sldId="258"/>
            <ac:spMk id="8" creationId="{00000000-0000-0000-0000-000000000000}"/>
          </ac:spMkLst>
        </pc:spChg>
        <pc:spChg chg="mod">
          <ac:chgData name="Hưng Nguyễn" userId="62088adbe5b10a38" providerId="LiveId" clId="{0038B2EA-E61B-494E-8805-E1A7D9E185B2}" dt="2026-10-20T01:49:06.837" v="201" actId="403"/>
          <ac:spMkLst>
            <pc:docMk/>
            <pc:sldMk cId="0" sldId="258"/>
            <ac:spMk id="9" creationId="{00000000-0000-0000-0000-000000000000}"/>
          </ac:spMkLst>
        </pc:spChg>
        <pc:spChg chg="mod">
          <ac:chgData name="Hưng Nguyễn" userId="62088adbe5b10a38" providerId="LiveId" clId="{0038B2EA-E61B-494E-8805-E1A7D9E185B2}" dt="2026-10-20T01:49:06.837" v="201" actId="403"/>
          <ac:spMkLst>
            <pc:docMk/>
            <pc:sldMk cId="0" sldId="258"/>
            <ac:spMk id="10" creationId="{00000000-0000-0000-0000-000000000000}"/>
          </ac:spMkLst>
        </pc:spChg>
        <pc:spChg chg="mod">
          <ac:chgData name="Hưng Nguyễn" userId="62088adbe5b10a38" providerId="LiveId" clId="{0038B2EA-E61B-494E-8805-E1A7D9E185B2}" dt="2026-10-20T01:49:06.837" v="201" actId="403"/>
          <ac:spMkLst>
            <pc:docMk/>
            <pc:sldMk cId="0" sldId="258"/>
            <ac:spMk id="11" creationId="{00000000-0000-0000-0000-000000000000}"/>
          </ac:spMkLst>
        </pc:spChg>
        <pc:spChg chg="mod">
          <ac:chgData name="Hưng Nguyễn" userId="62088adbe5b10a38" providerId="LiveId" clId="{0038B2EA-E61B-494E-8805-E1A7D9E185B2}" dt="2026-10-20T01:17:56.870" v="9" actId="1076"/>
          <ac:spMkLst>
            <pc:docMk/>
            <pc:sldMk cId="0" sldId="258"/>
            <ac:spMk id="13" creationId="{00000000-0000-0000-0000-000000000000}"/>
          </ac:spMkLst>
        </pc:spChg>
        <pc:picChg chg="mod">
          <ac:chgData name="Hưng Nguyễn" userId="62088adbe5b10a38" providerId="LiveId" clId="{0038B2EA-E61B-494E-8805-E1A7D9E185B2}" dt="2026-10-20T01:17:46.282" v="4" actId="1076"/>
          <ac:picMkLst>
            <pc:docMk/>
            <pc:sldMk cId="0" sldId="258"/>
            <ac:picMk id="14" creationId="{00000000-0000-0000-0000-000000000000}"/>
          </ac:picMkLst>
        </pc:picChg>
      </pc:sldChg>
      <pc:sldChg chg="modSp del mod">
        <pc:chgData name="Hưng Nguyễn" userId="62088adbe5b10a38" providerId="LiveId" clId="{0038B2EA-E61B-494E-8805-E1A7D9E185B2}" dt="2026-10-20T01:48:50.433" v="190" actId="2696"/>
        <pc:sldMkLst>
          <pc:docMk/>
          <pc:sldMk cId="0" sldId="259"/>
        </pc:sldMkLst>
        <pc:spChg chg="mod">
          <ac:chgData name="Hưng Nguyễn" userId="62088adbe5b10a38" providerId="LiveId" clId="{0038B2EA-E61B-494E-8805-E1A7D9E185B2}" dt="2026-10-20T01:28:24.435" v="189" actId="403"/>
          <ac:spMkLst>
            <pc:docMk/>
            <pc:sldMk cId="0" sldId="259"/>
            <ac:spMk id="8" creationId="{00000000-0000-0000-0000-000000000000}"/>
          </ac:spMkLst>
        </pc:spChg>
      </pc:sldChg>
      <pc:sldChg chg="modSp mod">
        <pc:chgData name="Hưng Nguyễn" userId="62088adbe5b10a38" providerId="LiveId" clId="{0038B2EA-E61B-494E-8805-E1A7D9E185B2}" dt="2026-10-20T02:37:05.896" v="226" actId="14100"/>
        <pc:sldMkLst>
          <pc:docMk/>
          <pc:sldMk cId="0" sldId="260"/>
        </pc:sldMkLst>
        <pc:spChg chg="mod">
          <ac:chgData name="Hưng Nguyễn" userId="62088adbe5b10a38" providerId="LiveId" clId="{0038B2EA-E61B-494E-8805-E1A7D9E185B2}" dt="2026-10-20T01:28:18.401" v="187" actId="403"/>
          <ac:spMkLst>
            <pc:docMk/>
            <pc:sldMk cId="0" sldId="260"/>
            <ac:spMk id="8" creationId="{00000000-0000-0000-0000-000000000000}"/>
          </ac:spMkLst>
        </pc:spChg>
        <pc:spChg chg="mod">
          <ac:chgData name="Hưng Nguyễn" userId="62088adbe5b10a38" providerId="LiveId" clId="{0038B2EA-E61B-494E-8805-E1A7D9E185B2}" dt="2026-10-20T01:20:16.808" v="26" actId="1076"/>
          <ac:spMkLst>
            <pc:docMk/>
            <pc:sldMk cId="0" sldId="260"/>
            <ac:spMk id="10" creationId="{00000000-0000-0000-0000-000000000000}"/>
          </ac:spMkLst>
        </pc:spChg>
        <pc:picChg chg="mod">
          <ac:chgData name="Hưng Nguyễn" userId="62088adbe5b10a38" providerId="LiveId" clId="{0038B2EA-E61B-494E-8805-E1A7D9E185B2}" dt="2026-10-20T02:37:05.896" v="226" actId="14100"/>
          <ac:picMkLst>
            <pc:docMk/>
            <pc:sldMk cId="0" sldId="260"/>
            <ac:picMk id="11" creationId="{00000000-0000-0000-0000-000000000000}"/>
          </ac:picMkLst>
        </pc:picChg>
      </pc:sldChg>
      <pc:sldChg chg="modSp del mod">
        <pc:chgData name="Hưng Nguyễn" userId="62088adbe5b10a38" providerId="LiveId" clId="{0038B2EA-E61B-494E-8805-E1A7D9E185B2}" dt="2026-10-20T01:21:30.705" v="34" actId="2696"/>
        <pc:sldMkLst>
          <pc:docMk/>
          <pc:sldMk cId="0" sldId="261"/>
        </pc:sldMkLst>
        <pc:spChg chg="mod">
          <ac:chgData name="Hưng Nguyễn" userId="62088adbe5b10a38" providerId="LiveId" clId="{0038B2EA-E61B-494E-8805-E1A7D9E185B2}" dt="2026-10-20T01:20:45.582" v="33" actId="1076"/>
          <ac:spMkLst>
            <pc:docMk/>
            <pc:sldMk cId="0" sldId="261"/>
            <ac:spMk id="12" creationId="{00000000-0000-0000-0000-000000000000}"/>
          </ac:spMkLst>
        </pc:spChg>
        <pc:picChg chg="mod">
          <ac:chgData name="Hưng Nguyễn" userId="62088adbe5b10a38" providerId="LiveId" clId="{0038B2EA-E61B-494E-8805-E1A7D9E185B2}" dt="2026-10-20T01:20:32.113" v="27" actId="1076"/>
          <ac:picMkLst>
            <pc:docMk/>
            <pc:sldMk cId="0" sldId="261"/>
            <ac:picMk id="13" creationId="{00000000-0000-0000-0000-000000000000}"/>
          </ac:picMkLst>
        </pc:picChg>
      </pc:sldChg>
      <pc:sldChg chg="delSp modSp mod">
        <pc:chgData name="Hưng Nguyễn" userId="62088adbe5b10a38" providerId="LiveId" clId="{0038B2EA-E61B-494E-8805-E1A7D9E185B2}" dt="2026-10-20T01:28:07.633" v="183" actId="207"/>
        <pc:sldMkLst>
          <pc:docMk/>
          <pc:sldMk cId="0" sldId="262"/>
        </pc:sldMkLst>
        <pc:spChg chg="mod">
          <ac:chgData name="Hưng Nguyễn" userId="62088adbe5b10a38" providerId="LiveId" clId="{0038B2EA-E61B-494E-8805-E1A7D9E185B2}" dt="2026-10-20T01:27:14.421" v="169" actId="403"/>
          <ac:spMkLst>
            <pc:docMk/>
            <pc:sldMk cId="0" sldId="262"/>
            <ac:spMk id="8" creationId="{00000000-0000-0000-0000-000000000000}"/>
          </ac:spMkLst>
        </pc:spChg>
        <pc:spChg chg="mod">
          <ac:chgData name="Hưng Nguyễn" userId="62088adbe5b10a38" providerId="LiveId" clId="{0038B2EA-E61B-494E-8805-E1A7D9E185B2}" dt="2026-10-20T01:27:14.421" v="169" actId="403"/>
          <ac:spMkLst>
            <pc:docMk/>
            <pc:sldMk cId="0" sldId="262"/>
            <ac:spMk id="9" creationId="{00000000-0000-0000-0000-000000000000}"/>
          </ac:spMkLst>
        </pc:spChg>
        <pc:spChg chg="mod">
          <ac:chgData name="Hưng Nguyễn" userId="62088adbe5b10a38" providerId="LiveId" clId="{0038B2EA-E61B-494E-8805-E1A7D9E185B2}" dt="2026-10-20T01:27:14.421" v="169" actId="403"/>
          <ac:spMkLst>
            <pc:docMk/>
            <pc:sldMk cId="0" sldId="262"/>
            <ac:spMk id="10" creationId="{00000000-0000-0000-0000-000000000000}"/>
          </ac:spMkLst>
        </pc:spChg>
        <pc:spChg chg="mod">
          <ac:chgData name="Hưng Nguyễn" userId="62088adbe5b10a38" providerId="LiveId" clId="{0038B2EA-E61B-494E-8805-E1A7D9E185B2}" dt="2026-10-20T01:27:14.421" v="169" actId="403"/>
          <ac:spMkLst>
            <pc:docMk/>
            <pc:sldMk cId="0" sldId="262"/>
            <ac:spMk id="11" creationId="{00000000-0000-0000-0000-000000000000}"/>
          </ac:spMkLst>
        </pc:spChg>
        <pc:spChg chg="mod">
          <ac:chgData name="Hưng Nguyễn" userId="62088adbe5b10a38" providerId="LiveId" clId="{0038B2EA-E61B-494E-8805-E1A7D9E185B2}" dt="2026-10-20T01:28:07.633" v="183" actId="207"/>
          <ac:spMkLst>
            <pc:docMk/>
            <pc:sldMk cId="0" sldId="262"/>
            <ac:spMk id="12" creationId="{00000000-0000-0000-0000-000000000000}"/>
          </ac:spMkLst>
        </pc:spChg>
        <pc:spChg chg="mod">
          <ac:chgData name="Hưng Nguyễn" userId="62088adbe5b10a38" providerId="LiveId" clId="{0038B2EA-E61B-494E-8805-E1A7D9E185B2}" dt="2026-10-20T01:26:55.321" v="167" actId="1076"/>
          <ac:spMkLst>
            <pc:docMk/>
            <pc:sldMk cId="0" sldId="262"/>
            <ac:spMk id="13" creationId="{00000000-0000-0000-0000-000000000000}"/>
          </ac:spMkLst>
        </pc:spChg>
        <pc:spChg chg="del mod">
          <ac:chgData name="Hưng Nguyễn" userId="62088adbe5b10a38" providerId="LiveId" clId="{0038B2EA-E61B-494E-8805-E1A7D9E185B2}" dt="2026-10-20T01:26:38.055" v="159" actId="478"/>
          <ac:spMkLst>
            <pc:docMk/>
            <pc:sldMk cId="0" sldId="262"/>
            <ac:spMk id="15" creationId="{00000000-0000-0000-0000-000000000000}"/>
          </ac:spMkLst>
        </pc:spChg>
        <pc:picChg chg="mod">
          <ac:chgData name="Hưng Nguyễn" userId="62088adbe5b10a38" providerId="LiveId" clId="{0038B2EA-E61B-494E-8805-E1A7D9E185B2}" dt="2026-10-20T01:26:46.013" v="161" actId="1076"/>
          <ac:picMkLst>
            <pc:docMk/>
            <pc:sldMk cId="0" sldId="262"/>
            <ac:picMk id="14" creationId="{00000000-0000-0000-0000-000000000000}"/>
          </ac:picMkLst>
        </pc:picChg>
      </pc:sldChg>
      <pc:sldChg chg="addSp delSp modSp del mod">
        <pc:chgData name="Hưng Nguyễn" userId="62088adbe5b10a38" providerId="LiveId" clId="{0038B2EA-E61B-494E-8805-E1A7D9E185B2}" dt="2026-10-20T02:36:47.003" v="224" actId="2696"/>
        <pc:sldMkLst>
          <pc:docMk/>
          <pc:sldMk cId="0" sldId="263"/>
        </pc:sldMkLst>
        <pc:spChg chg="mod">
          <ac:chgData name="Hưng Nguyễn" userId="62088adbe5b10a38" providerId="LiveId" clId="{0038B2EA-E61B-494E-8805-E1A7D9E185B2}" dt="2026-10-20T01:27:26.938" v="173" actId="403"/>
          <ac:spMkLst>
            <pc:docMk/>
            <pc:sldMk cId="0" sldId="263"/>
            <ac:spMk id="8" creationId="{00000000-0000-0000-0000-000000000000}"/>
          </ac:spMkLst>
        </pc:spChg>
        <pc:spChg chg="mod">
          <ac:chgData name="Hưng Nguyễn" userId="62088adbe5b10a38" providerId="LiveId" clId="{0038B2EA-E61B-494E-8805-E1A7D9E185B2}" dt="2026-10-20T01:27:26.938" v="173" actId="403"/>
          <ac:spMkLst>
            <pc:docMk/>
            <pc:sldMk cId="0" sldId="263"/>
            <ac:spMk id="9" creationId="{00000000-0000-0000-0000-000000000000}"/>
          </ac:spMkLst>
        </pc:spChg>
        <pc:spChg chg="mod">
          <ac:chgData name="Hưng Nguyễn" userId="62088adbe5b10a38" providerId="LiveId" clId="{0038B2EA-E61B-494E-8805-E1A7D9E185B2}" dt="2026-10-20T01:27:26.938" v="173" actId="403"/>
          <ac:spMkLst>
            <pc:docMk/>
            <pc:sldMk cId="0" sldId="263"/>
            <ac:spMk id="10" creationId="{00000000-0000-0000-0000-000000000000}"/>
          </ac:spMkLst>
        </pc:spChg>
        <pc:spChg chg="mod">
          <ac:chgData name="Hưng Nguyễn" userId="62088adbe5b10a38" providerId="LiveId" clId="{0038B2EA-E61B-494E-8805-E1A7D9E185B2}" dt="2026-10-20T01:27:26.938" v="173" actId="403"/>
          <ac:spMkLst>
            <pc:docMk/>
            <pc:sldMk cId="0" sldId="263"/>
            <ac:spMk id="11" creationId="{00000000-0000-0000-0000-000000000000}"/>
          </ac:spMkLst>
        </pc:spChg>
        <pc:spChg chg="mod">
          <ac:chgData name="Hưng Nguyễn" userId="62088adbe5b10a38" providerId="LiveId" clId="{0038B2EA-E61B-494E-8805-E1A7D9E185B2}" dt="2026-10-20T01:28:00.947" v="182" actId="207"/>
          <ac:spMkLst>
            <pc:docMk/>
            <pc:sldMk cId="0" sldId="263"/>
            <ac:spMk id="12" creationId="{00000000-0000-0000-0000-000000000000}"/>
          </ac:spMkLst>
        </pc:spChg>
        <pc:spChg chg="mod">
          <ac:chgData name="Hưng Nguyễn" userId="62088adbe5b10a38" providerId="LiveId" clId="{0038B2EA-E61B-494E-8805-E1A7D9E185B2}" dt="2026-10-20T01:27:43.864" v="180" actId="403"/>
          <ac:spMkLst>
            <pc:docMk/>
            <pc:sldMk cId="0" sldId="263"/>
            <ac:spMk id="13" creationId="{00000000-0000-0000-0000-000000000000}"/>
          </ac:spMkLst>
        </pc:spChg>
        <pc:spChg chg="del">
          <ac:chgData name="Hưng Nguyễn" userId="62088adbe5b10a38" providerId="LiveId" clId="{0038B2EA-E61B-494E-8805-E1A7D9E185B2}" dt="2026-10-20T01:27:31.035" v="174" actId="478"/>
          <ac:spMkLst>
            <pc:docMk/>
            <pc:sldMk cId="0" sldId="263"/>
            <ac:spMk id="15" creationId="{00000000-0000-0000-0000-000000000000}"/>
          </ac:spMkLst>
        </pc:spChg>
        <pc:spChg chg="add mod">
          <ac:chgData name="Hưng Nguyễn" userId="62088adbe5b10a38" providerId="LiveId" clId="{0038B2EA-E61B-494E-8805-E1A7D9E185B2}" dt="2026-10-20T01:27:24.401" v="171" actId="571"/>
          <ac:spMkLst>
            <pc:docMk/>
            <pc:sldMk cId="0" sldId="263"/>
            <ac:spMk id="16" creationId="{226DF966-B0C0-B7DF-9678-8FD8FA3F2901}"/>
          </ac:spMkLst>
        </pc:spChg>
        <pc:spChg chg="add mod">
          <ac:chgData name="Hưng Nguyễn" userId="62088adbe5b10a38" providerId="LiveId" clId="{0038B2EA-E61B-494E-8805-E1A7D9E185B2}" dt="2026-10-20T01:27:24.401" v="171" actId="571"/>
          <ac:spMkLst>
            <pc:docMk/>
            <pc:sldMk cId="0" sldId="263"/>
            <ac:spMk id="17" creationId="{1768870B-E59A-BB9B-1A1A-BBF2F339D3EF}"/>
          </ac:spMkLst>
        </pc:spChg>
        <pc:spChg chg="add mod">
          <ac:chgData name="Hưng Nguyễn" userId="62088adbe5b10a38" providerId="LiveId" clId="{0038B2EA-E61B-494E-8805-E1A7D9E185B2}" dt="2026-10-20T01:27:24.401" v="171" actId="571"/>
          <ac:spMkLst>
            <pc:docMk/>
            <pc:sldMk cId="0" sldId="263"/>
            <ac:spMk id="18" creationId="{D91F5A1E-BCA0-6738-F17C-3B81DDA0C29C}"/>
          </ac:spMkLst>
        </pc:spChg>
        <pc:spChg chg="add mod">
          <ac:chgData name="Hưng Nguyễn" userId="62088adbe5b10a38" providerId="LiveId" clId="{0038B2EA-E61B-494E-8805-E1A7D9E185B2}" dt="2026-10-20T01:27:24.401" v="171" actId="571"/>
          <ac:spMkLst>
            <pc:docMk/>
            <pc:sldMk cId="0" sldId="263"/>
            <ac:spMk id="19" creationId="{97162432-E760-31AD-99A8-10E56723F852}"/>
          </ac:spMkLst>
        </pc:spChg>
        <pc:picChg chg="mod">
          <ac:chgData name="Hưng Nguyễn" userId="62088adbe5b10a38" providerId="LiveId" clId="{0038B2EA-E61B-494E-8805-E1A7D9E185B2}" dt="2026-10-20T01:27:47.436" v="181" actId="1076"/>
          <ac:picMkLst>
            <pc:docMk/>
            <pc:sldMk cId="0" sldId="263"/>
            <ac:picMk id="14" creationId="{00000000-0000-0000-0000-000000000000}"/>
          </ac:picMkLst>
        </pc:picChg>
      </pc:sldChg>
      <pc:sldChg chg="del">
        <pc:chgData name="Hưng Nguyễn" userId="62088adbe5b10a38" providerId="LiveId" clId="{0038B2EA-E61B-494E-8805-E1A7D9E185B2}" dt="2026-10-20T01:21:47.875" v="35" actId="2696"/>
        <pc:sldMkLst>
          <pc:docMk/>
          <pc:sldMk cId="0" sldId="264"/>
        </pc:sldMkLst>
      </pc:sldChg>
      <pc:sldChg chg="del">
        <pc:chgData name="Hưng Nguyễn" userId="62088adbe5b10a38" providerId="LiveId" clId="{0038B2EA-E61B-494E-8805-E1A7D9E185B2}" dt="2026-10-20T01:17:00.554" v="3" actId="2696"/>
        <pc:sldMkLst>
          <pc:docMk/>
          <pc:sldMk cId="0" sldId="265"/>
        </pc:sldMkLst>
      </pc:sldChg>
      <pc:sldChg chg="del">
        <pc:chgData name="Hưng Nguyễn" userId="62088adbe5b10a38" providerId="LiveId" clId="{0038B2EA-E61B-494E-8805-E1A7D9E185B2}" dt="2026-10-20T01:16:56.733" v="2" actId="2696"/>
        <pc:sldMkLst>
          <pc:docMk/>
          <pc:sldMk cId="0" sldId="266"/>
        </pc:sldMkLst>
      </pc:sldChg>
      <pc:sldChg chg="delSp modSp mod">
        <pc:chgData name="Hưng Nguyễn" userId="62088adbe5b10a38" providerId="LiveId" clId="{0038B2EA-E61B-494E-8805-E1A7D9E185B2}" dt="2026-10-20T01:23:29.079" v="154" actId="20577"/>
        <pc:sldMkLst>
          <pc:docMk/>
          <pc:sldMk cId="0" sldId="267"/>
        </pc:sldMkLst>
        <pc:spChg chg="mod">
          <ac:chgData name="Hưng Nguyễn" userId="62088adbe5b10a38" providerId="LiveId" clId="{0038B2EA-E61B-494E-8805-E1A7D9E185B2}" dt="2026-10-20T01:23:01.650" v="144" actId="403"/>
          <ac:spMkLst>
            <pc:docMk/>
            <pc:sldMk cId="0" sldId="267"/>
            <ac:spMk id="6" creationId="{00000000-0000-0000-0000-000000000000}"/>
          </ac:spMkLst>
        </pc:spChg>
        <pc:spChg chg="del mod">
          <ac:chgData name="Hưng Nguyễn" userId="62088adbe5b10a38" providerId="LiveId" clId="{0038B2EA-E61B-494E-8805-E1A7D9E185B2}" dt="2026-10-20T01:22:41.819" v="45" actId="478"/>
          <ac:spMkLst>
            <pc:docMk/>
            <pc:sldMk cId="0" sldId="267"/>
            <ac:spMk id="8" creationId="{00000000-0000-0000-0000-000000000000}"/>
          </ac:spMkLst>
        </pc:spChg>
        <pc:spChg chg="mod">
          <ac:chgData name="Hưng Nguyễn" userId="62088adbe5b10a38" providerId="LiveId" clId="{0038B2EA-E61B-494E-8805-E1A7D9E185B2}" dt="2026-10-20T01:23:29.079" v="154" actId="20577"/>
          <ac:spMkLst>
            <pc:docMk/>
            <pc:sldMk cId="0" sldId="267"/>
            <ac:spMk id="9" creationId="{00000000-0000-0000-0000-000000000000}"/>
          </ac:spMkLst>
        </pc:spChg>
      </pc:sldChg>
      <pc:sldChg chg="del">
        <pc:chgData name="Hưng Nguyễn" userId="62088adbe5b10a38" providerId="LiveId" clId="{0038B2EA-E61B-494E-8805-E1A7D9E185B2}" dt="2026-10-20T01:16:46.471" v="1" actId="2696"/>
        <pc:sldMkLst>
          <pc:docMk/>
          <pc:sldMk cId="0" sldId="268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22960" y="502920"/>
            <a:ext cx="10545775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73152"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🏛️ TRƯỜNG CAO ĐẲNG CÔNG NGHỆ THÔNG TIN TP.HCM • KHOA CÔNG NGHỆ THÔNG TIN – ĐIỆN TỬ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143000"/>
            <a:ext cx="10545775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201168" rIns="365760" rtlCol="0" anchor="ctr"/>
          <a:lstStyle/>
          <a:p>
            <a:pPr algn="ctr">
              <a:defRPr sz="1300" b="1">
                <a:solidFill>
                  <a:srgbClr val="2563EB"/>
                </a:solidFill>
                <a:latin typeface="Segoe UI"/>
              </a:defRPr>
            </a:pPr>
            <a:r>
              <a:rPr dirty="0"/>
              <a:t>BÁO CÁO ĐỒ ÁN MÔN HỌC: CHUYÊN ĐỀ BACK-END</a:t>
            </a:r>
          </a:p>
          <a:p>
            <a:pPr algn="ctr">
              <a:spcBef>
                <a:spcPts val="600"/>
              </a:spcBef>
              <a:defRPr sz="2500" b="1">
                <a:solidFill>
                  <a:srgbClr val="1E3A8A"/>
                </a:solidFill>
                <a:latin typeface="Segoe UI"/>
              </a:defRPr>
            </a:pPr>
            <a:r>
              <a:rPr sz="3600" dirty="0"/>
              <a:t>XÂY DỰNG HỆ THỐNG</a:t>
            </a:r>
            <a:br>
              <a:rPr sz="3600" dirty="0"/>
            </a:br>
            <a:r>
              <a:rPr sz="3600" dirty="0"/>
              <a:t>QUẢN LÝ NHÀ HÀNG(ROYAL BISTRO)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474720"/>
            <a:ext cx="3364992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05840" y="3639312"/>
            <a:ext cx="2999232" cy="347472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rtlCol="0" anchor="ctr"/>
          <a:lstStyle/>
          <a:p>
            <a:pPr algn="ctr">
              <a:defRPr sz="1100" b="1">
                <a:solidFill>
                  <a:srgbClr val="2563EB"/>
                </a:solidFill>
                <a:latin typeface="Segoe UI"/>
              </a:defRPr>
            </a:pPr>
            <a:r>
              <a:t>👤 SINH VIÊN THỰC HIỆN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0663" y="4169664"/>
            <a:ext cx="3190938" cy="1215717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rPr sz="1400" dirty="0" err="1"/>
              <a:t>Họ</a:t>
            </a:r>
            <a:r>
              <a:rPr sz="1400" dirty="0"/>
              <a:t> </a:t>
            </a:r>
            <a:r>
              <a:rPr sz="1400" dirty="0" err="1"/>
              <a:t>và</a:t>
            </a:r>
            <a:r>
              <a:rPr sz="1400" dirty="0"/>
              <a:t> </a:t>
            </a:r>
            <a:r>
              <a:rPr sz="1400" dirty="0" err="1"/>
              <a:t>tên</a:t>
            </a:r>
            <a:r>
              <a:rPr sz="1400" dirty="0"/>
              <a:t>: </a:t>
            </a:r>
            <a:r>
              <a:rPr sz="1400" b="1" dirty="0">
                <a:solidFill>
                  <a:srgbClr val="0F172A"/>
                </a:solidFill>
              </a:rPr>
              <a:t>Nguyễn Hoàng Hưng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rPr sz="1400" dirty="0"/>
              <a:t>MSSV: </a:t>
            </a:r>
            <a:r>
              <a:rPr sz="1400" b="1" dirty="0">
                <a:solidFill>
                  <a:srgbClr val="0F172A"/>
                </a:solidFill>
              </a:rPr>
              <a:t>501250384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rPr sz="1400" dirty="0" err="1"/>
              <a:t>Khóa</a:t>
            </a:r>
            <a:r>
              <a:rPr sz="1400" dirty="0"/>
              <a:t> </a:t>
            </a:r>
            <a:r>
              <a:rPr sz="1400" dirty="0" err="1"/>
              <a:t>đào</a:t>
            </a:r>
            <a:r>
              <a:rPr sz="1400" dirty="0"/>
              <a:t> </a:t>
            </a:r>
            <a:r>
              <a:rPr sz="1400" dirty="0" err="1"/>
              <a:t>tạo</a:t>
            </a:r>
            <a:r>
              <a:rPr sz="1400" dirty="0"/>
              <a:t>: </a:t>
            </a:r>
            <a:r>
              <a:rPr sz="1400" b="1" dirty="0" err="1">
                <a:solidFill>
                  <a:srgbClr val="0F172A"/>
                </a:solidFill>
              </a:rPr>
              <a:t>Khóa</a:t>
            </a:r>
            <a:r>
              <a:rPr sz="1400" b="1" dirty="0">
                <a:solidFill>
                  <a:srgbClr val="0F172A"/>
                </a:solidFill>
              </a:rPr>
              <a:t> K25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rPr sz="1400" dirty="0"/>
              <a:t>Chuyên </a:t>
            </a:r>
            <a:r>
              <a:rPr sz="1400" dirty="0" err="1"/>
              <a:t>ngành</a:t>
            </a:r>
            <a:r>
              <a:rPr sz="1400" dirty="0"/>
              <a:t>: </a:t>
            </a:r>
            <a:r>
              <a:rPr sz="1400" b="1" dirty="0">
                <a:solidFill>
                  <a:srgbClr val="0F172A"/>
                </a:solidFill>
              </a:rPr>
              <a:t>Công </a:t>
            </a:r>
            <a:r>
              <a:rPr sz="1400" b="1" dirty="0" err="1">
                <a:solidFill>
                  <a:srgbClr val="0F172A"/>
                </a:solidFill>
              </a:rPr>
              <a:t>nghệ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Phần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mềm</a:t>
            </a:r>
            <a:endParaRPr sz="1400" b="1" dirty="0">
              <a:solidFill>
                <a:srgbClr val="0F172A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416552" y="3474720"/>
            <a:ext cx="3364992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599432" y="3639312"/>
            <a:ext cx="2999232" cy="347472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rtlCol="0" anchor="ctr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👨‍🏫 GIẢNG VIÊN HƯỚNG DẪN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5152" y="4169663"/>
            <a:ext cx="2920030" cy="1215717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rPr sz="1400" dirty="0" err="1"/>
              <a:t>Giảng</a:t>
            </a:r>
            <a:r>
              <a:rPr sz="1400" dirty="0"/>
              <a:t> </a:t>
            </a:r>
            <a:r>
              <a:rPr sz="1400" dirty="0" err="1"/>
              <a:t>viên</a:t>
            </a:r>
            <a:r>
              <a:rPr sz="1400" dirty="0"/>
              <a:t>: </a:t>
            </a:r>
            <a:r>
              <a:rPr sz="1400" b="1" dirty="0" err="1">
                <a:solidFill>
                  <a:srgbClr val="0F172A"/>
                </a:solidFill>
              </a:rPr>
              <a:t>ThS</a:t>
            </a:r>
            <a:r>
              <a:rPr sz="1400" b="1" dirty="0">
                <a:solidFill>
                  <a:srgbClr val="0F172A"/>
                </a:solidFill>
              </a:rPr>
              <a:t>. Nguyễn Minh Hải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rPr sz="1400" dirty="0" err="1"/>
              <a:t>Đơn</a:t>
            </a:r>
            <a:r>
              <a:rPr sz="1400" dirty="0"/>
              <a:t> </a:t>
            </a:r>
            <a:r>
              <a:rPr sz="1400" dirty="0" err="1"/>
              <a:t>vị</a:t>
            </a:r>
            <a:r>
              <a:rPr sz="1400" dirty="0"/>
              <a:t>: </a:t>
            </a:r>
            <a:r>
              <a:rPr sz="1400" b="1" dirty="0">
                <a:solidFill>
                  <a:srgbClr val="0F172A"/>
                </a:solidFill>
              </a:rPr>
              <a:t>Khoa CNTT – </a:t>
            </a:r>
            <a:r>
              <a:rPr sz="1400" b="1" dirty="0" err="1">
                <a:solidFill>
                  <a:srgbClr val="0F172A"/>
                </a:solidFill>
              </a:rPr>
              <a:t>Điện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tử</a:t>
            </a:r>
            <a:endParaRPr sz="1400" b="1" dirty="0">
              <a:solidFill>
                <a:srgbClr val="0F172A"/>
              </a:solidFill>
            </a:endParaRP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rPr sz="1400" dirty="0"/>
              <a:t>Môn </a:t>
            </a:r>
            <a:r>
              <a:rPr sz="1400" dirty="0" err="1"/>
              <a:t>học</a:t>
            </a:r>
            <a:r>
              <a:rPr sz="1400" dirty="0"/>
              <a:t>: </a:t>
            </a:r>
            <a:r>
              <a:rPr sz="1400" b="1" dirty="0">
                <a:solidFill>
                  <a:srgbClr val="0F172A"/>
                </a:solidFill>
              </a:rPr>
              <a:t>Chuyên </a:t>
            </a:r>
            <a:r>
              <a:rPr sz="1400" b="1" dirty="0" err="1">
                <a:solidFill>
                  <a:srgbClr val="0F172A"/>
                </a:solidFill>
              </a:rPr>
              <a:t>Đề</a:t>
            </a:r>
            <a:r>
              <a:rPr sz="1400" b="1" dirty="0">
                <a:solidFill>
                  <a:srgbClr val="0F172A"/>
                </a:solidFill>
              </a:rPr>
              <a:t> Back-End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rPr sz="1400" dirty="0" err="1"/>
              <a:t>Thời</a:t>
            </a:r>
            <a:r>
              <a:rPr sz="1400" dirty="0"/>
              <a:t> </a:t>
            </a:r>
            <a:r>
              <a:rPr sz="1400" dirty="0" err="1"/>
              <a:t>gian</a:t>
            </a:r>
            <a:r>
              <a:rPr sz="1400" dirty="0"/>
              <a:t>: </a:t>
            </a:r>
            <a:r>
              <a:rPr sz="1400" b="1" dirty="0" err="1">
                <a:solidFill>
                  <a:srgbClr val="0F172A"/>
                </a:solidFill>
              </a:rPr>
              <a:t>Tháng</a:t>
            </a:r>
            <a:r>
              <a:rPr sz="1400" b="1" dirty="0">
                <a:solidFill>
                  <a:srgbClr val="0F172A"/>
                </a:solidFill>
              </a:rPr>
              <a:t> 10 / 2025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0144" y="3474720"/>
            <a:ext cx="3364992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193023" y="3639312"/>
            <a:ext cx="2999232" cy="347472"/>
          </a:xfrm>
          <a:prstGeom prst="round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rtlCol="0" anchor="ctr"/>
          <a:lstStyle/>
          <a:p>
            <a:pPr algn="ctr">
              <a:defRPr sz="1100" b="1">
                <a:solidFill>
                  <a:srgbClr val="D97706"/>
                </a:solidFill>
                <a:latin typeface="Segoe UI"/>
              </a:defRPr>
            </a:pPr>
            <a:r>
              <a:t>⚡ CÔNG NGHỆ CHÍNH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4169664"/>
            <a:ext cx="3229410" cy="1215717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rPr sz="1400" dirty="0" err="1"/>
              <a:t>Môi</a:t>
            </a:r>
            <a:r>
              <a:rPr sz="1400" dirty="0"/>
              <a:t> </a:t>
            </a:r>
            <a:r>
              <a:rPr sz="1400" dirty="0" err="1"/>
              <a:t>trường</a:t>
            </a:r>
            <a:r>
              <a:rPr sz="1400" dirty="0"/>
              <a:t>: </a:t>
            </a:r>
            <a:r>
              <a:rPr sz="1400" b="1" dirty="0">
                <a:solidFill>
                  <a:srgbClr val="0F172A"/>
                </a:solidFill>
              </a:rPr>
              <a:t>Node.js v20 &amp; Express.js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rPr sz="1400" dirty="0" err="1"/>
              <a:t>Cơ</a:t>
            </a:r>
            <a:r>
              <a:rPr sz="1400" dirty="0"/>
              <a:t> </a:t>
            </a:r>
            <a:r>
              <a:rPr sz="1400" dirty="0" err="1"/>
              <a:t>sở</a:t>
            </a:r>
            <a:r>
              <a:rPr sz="1400" dirty="0"/>
              <a:t> </a:t>
            </a:r>
            <a:r>
              <a:rPr sz="1400" dirty="0" err="1"/>
              <a:t>dữ</a:t>
            </a:r>
            <a:r>
              <a:rPr sz="1400" dirty="0"/>
              <a:t> </a:t>
            </a:r>
            <a:r>
              <a:rPr sz="1400" dirty="0" err="1"/>
              <a:t>liệu</a:t>
            </a:r>
            <a:r>
              <a:rPr sz="1400" dirty="0"/>
              <a:t>: </a:t>
            </a:r>
            <a:r>
              <a:rPr sz="1400" b="1" dirty="0">
                <a:solidFill>
                  <a:srgbClr val="0F172A"/>
                </a:solidFill>
              </a:rPr>
              <a:t>MongoDB &amp; Mongoose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rPr sz="1400" dirty="0" err="1"/>
              <a:t>Thời</a:t>
            </a:r>
            <a:r>
              <a:rPr sz="1400" dirty="0"/>
              <a:t> </a:t>
            </a:r>
            <a:r>
              <a:rPr sz="1400" dirty="0" err="1"/>
              <a:t>gian</a:t>
            </a:r>
            <a:r>
              <a:rPr sz="1400" dirty="0"/>
              <a:t> </a:t>
            </a:r>
            <a:r>
              <a:rPr sz="1400" dirty="0" err="1"/>
              <a:t>thực</a:t>
            </a:r>
            <a:r>
              <a:rPr sz="1400" dirty="0"/>
              <a:t>: </a:t>
            </a:r>
            <a:r>
              <a:rPr sz="1400" b="1" dirty="0">
                <a:solidFill>
                  <a:srgbClr val="0F172A"/>
                </a:solidFill>
              </a:rPr>
              <a:t>Socket.io </a:t>
            </a:r>
            <a:r>
              <a:rPr sz="1400" b="1" dirty="0" err="1">
                <a:solidFill>
                  <a:srgbClr val="0F172A"/>
                </a:solidFill>
              </a:rPr>
              <a:t>WebSockets</a:t>
            </a:r>
            <a:endParaRPr sz="1400" b="1" dirty="0">
              <a:solidFill>
                <a:srgbClr val="0F172A"/>
              </a:solidFill>
            </a:endParaRP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rPr sz="1400" dirty="0" err="1"/>
              <a:t>Xác</a:t>
            </a:r>
            <a:r>
              <a:rPr sz="1400" dirty="0"/>
              <a:t> </a:t>
            </a:r>
            <a:r>
              <a:rPr sz="1400" dirty="0" err="1"/>
              <a:t>thực</a:t>
            </a:r>
            <a:r>
              <a:rPr sz="1400" dirty="0"/>
              <a:t>: </a:t>
            </a:r>
            <a:r>
              <a:rPr sz="1400" b="1" dirty="0">
                <a:solidFill>
                  <a:srgbClr val="0F172A"/>
                </a:solidFill>
              </a:rPr>
              <a:t>JWT Bearer &amp; </a:t>
            </a:r>
            <a:r>
              <a:rPr sz="1400" b="1" dirty="0" err="1">
                <a:solidFill>
                  <a:srgbClr val="0F172A"/>
                </a:solidFill>
              </a:rPr>
              <a:t>Bcrypt</a:t>
            </a:r>
            <a:endParaRPr sz="1400" b="1" dirty="0">
              <a:solidFill>
                <a:srgbClr val="0F172A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31520" y="6510528"/>
            <a:ext cx="10728655" cy="292608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Đồ Án Chuyên Đề Back-End: Royal Bistro | Sinh viên: Nguyễn Hoàng Hưng – 501250384 (K25)                                 Trang 1/13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28016"/>
            <a:ext cx="2926080" cy="237744"/>
          </a:xfrm>
          <a:prstGeom prst="roundRect">
            <a:avLst/>
          </a:prstGeom>
          <a:solidFill>
            <a:srgbClr val="EEF2FF"/>
          </a:solidFill>
          <a:ln w="9525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73152" tIns="18288" rIns="73152" bIns="18288" rtlCol="0" anchor="ctr"/>
          <a:lstStyle/>
          <a:p>
            <a:pPr algn="ctr">
              <a:defRPr sz="850" b="1">
                <a:solidFill>
                  <a:srgbClr val="2563EB"/>
                </a:solidFill>
                <a:latin typeface="Segoe UI"/>
              </a:defRPr>
            </a:pPr>
            <a:r>
              <a:t>CHƯƠNG 1: GIỚI THIỆU TỔNG QUAN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"/>
            <a:ext cx="10698480" cy="5943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Segoe UI"/>
              </a:defRPr>
            </a:pPr>
            <a:r>
              <a:t>Thực Trạng F&amp;B &amp; Mục Tiêu Hệ Thống</a:t>
            </a:r>
          </a:p>
          <a:p>
            <a:pPr>
              <a:defRPr sz="1050">
                <a:solidFill>
                  <a:srgbClr val="475569"/>
                </a:solidFill>
                <a:latin typeface="Segoe UI"/>
              </a:defRPr>
            </a:pPr>
            <a:r>
              <a:t>Chuyển đổi quy trình thủ công sang tự động hóa thông minh với Back-End tập trung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10728655" cy="292608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Đồ Án Chuyên Đề Back-End: Royal Bistro | Sinh viên: Nguyễn Hoàng Hưng – 501250384 (K25)                                 Trang 2/13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34440"/>
            <a:ext cx="521208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rtlCol="0" anchor="ctr"/>
          <a:lstStyle/>
          <a:p>
            <a:pPr algn="ctr">
              <a:defRPr sz="1250" b="1">
                <a:solidFill>
                  <a:srgbClr val="DC2626"/>
                </a:solidFill>
                <a:latin typeface="Segoe UI"/>
              </a:defRPr>
            </a:pPr>
            <a:r>
              <a:rPr sz="1600" dirty="0"/>
              <a:t>⚠️ </a:t>
            </a:r>
            <a:r>
              <a:rPr lang="en-US" sz="1600" dirty="0"/>
              <a:t>3</a:t>
            </a:r>
            <a:r>
              <a:rPr sz="1600" dirty="0"/>
              <a:t> BẤT CẬP QUY TRÌNH TRUYỀN THỐNG</a:t>
            </a:r>
          </a:p>
          <a:p>
            <a:pPr>
              <a:spcBef>
                <a:spcPts val="1000"/>
              </a:spcBef>
              <a:defRPr sz="1050" b="1">
                <a:solidFill>
                  <a:srgbClr val="0F172A"/>
                </a:solidFill>
                <a:latin typeface="Segoe UI"/>
              </a:defRPr>
            </a:pPr>
            <a:r>
              <a:rPr sz="1600" dirty="0"/>
              <a:t>• </a:t>
            </a:r>
            <a:r>
              <a:rPr sz="1600" dirty="0" err="1"/>
              <a:t>Tắc</a:t>
            </a:r>
            <a:r>
              <a:rPr sz="1600" dirty="0"/>
              <a:t> </a:t>
            </a:r>
            <a:r>
              <a:rPr sz="1600" dirty="0" err="1"/>
              <a:t>nghẽn</a:t>
            </a:r>
            <a:r>
              <a:rPr sz="1600" dirty="0"/>
              <a:t> </a:t>
            </a:r>
            <a:r>
              <a:rPr sz="1600" dirty="0" err="1"/>
              <a:t>giờ</a:t>
            </a:r>
            <a:r>
              <a:rPr sz="1600" dirty="0"/>
              <a:t> </a:t>
            </a:r>
            <a:r>
              <a:rPr sz="1600" dirty="0" err="1"/>
              <a:t>cao</a:t>
            </a:r>
            <a:r>
              <a:rPr sz="1600" dirty="0"/>
              <a:t> </a:t>
            </a:r>
            <a:r>
              <a:rPr sz="1600" dirty="0" err="1"/>
              <a:t>điểm</a:t>
            </a:r>
            <a:r>
              <a:rPr sz="1600" dirty="0"/>
              <a:t>: </a:t>
            </a:r>
            <a:r>
              <a:rPr sz="1600" b="0" dirty="0" err="1">
                <a:solidFill>
                  <a:srgbClr val="475569"/>
                </a:solidFill>
              </a:rPr>
              <a:t>Ghi</a:t>
            </a:r>
            <a:r>
              <a:rPr sz="1600" b="0" dirty="0">
                <a:solidFill>
                  <a:srgbClr val="475569"/>
                </a:solidFill>
              </a:rPr>
              <a:t> bill </a:t>
            </a:r>
            <a:r>
              <a:rPr sz="1600" b="0" dirty="0" err="1">
                <a:solidFill>
                  <a:srgbClr val="475569"/>
                </a:solidFill>
              </a:rPr>
              <a:t>giấy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chậm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trễ</a:t>
            </a:r>
            <a:r>
              <a:rPr sz="1600" b="0" dirty="0">
                <a:solidFill>
                  <a:srgbClr val="475569"/>
                </a:solidFill>
              </a:rPr>
              <a:t>, </a:t>
            </a:r>
            <a:r>
              <a:rPr sz="1600" b="0" dirty="0" err="1">
                <a:solidFill>
                  <a:srgbClr val="475569"/>
                </a:solidFill>
              </a:rPr>
              <a:t>khách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chờ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lâu</a:t>
            </a:r>
            <a:r>
              <a:rPr sz="1600" b="0" dirty="0">
                <a:solidFill>
                  <a:srgbClr val="475569"/>
                </a:solidFill>
              </a:rPr>
              <a:t>, </a:t>
            </a:r>
            <a:r>
              <a:rPr sz="1600" b="0" dirty="0" err="1">
                <a:solidFill>
                  <a:srgbClr val="475569"/>
                </a:solidFill>
              </a:rPr>
              <a:t>giảm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vòng</a:t>
            </a:r>
            <a:r>
              <a:rPr sz="1600" b="0" dirty="0">
                <a:solidFill>
                  <a:srgbClr val="475569"/>
                </a:solidFill>
              </a:rPr>
              <a:t> quay </a:t>
            </a:r>
            <a:r>
              <a:rPr sz="1600" b="0" dirty="0" err="1">
                <a:solidFill>
                  <a:srgbClr val="475569"/>
                </a:solidFill>
              </a:rPr>
              <a:t>bàn</a:t>
            </a:r>
            <a:r>
              <a:rPr sz="1600" b="0" dirty="0">
                <a:solidFill>
                  <a:srgbClr val="475569"/>
                </a:solidFill>
              </a:rPr>
              <a:t>.</a:t>
            </a:r>
          </a:p>
          <a:p>
            <a:pPr>
              <a:spcBef>
                <a:spcPts val="1000"/>
              </a:spcBef>
              <a:defRPr sz="1050" b="1">
                <a:solidFill>
                  <a:srgbClr val="0F172A"/>
                </a:solidFill>
                <a:latin typeface="Segoe UI"/>
              </a:defRPr>
            </a:pPr>
            <a:r>
              <a:rPr sz="1600" dirty="0"/>
              <a:t>• Sai </a:t>
            </a:r>
            <a:r>
              <a:rPr sz="1600" dirty="0" err="1"/>
              <a:t>sót</a:t>
            </a:r>
            <a:r>
              <a:rPr sz="1600" dirty="0"/>
              <a:t> </a:t>
            </a:r>
            <a:r>
              <a:rPr sz="1600" dirty="0" err="1"/>
              <a:t>khi</a:t>
            </a:r>
            <a:r>
              <a:rPr sz="1600" dirty="0"/>
              <a:t> </a:t>
            </a:r>
            <a:r>
              <a:rPr sz="1600" dirty="0" err="1"/>
              <a:t>truyền</a:t>
            </a:r>
            <a:r>
              <a:rPr sz="1600" dirty="0"/>
              <a:t> </a:t>
            </a:r>
            <a:r>
              <a:rPr sz="1600" dirty="0" err="1"/>
              <a:t>đạt</a:t>
            </a:r>
            <a:r>
              <a:rPr sz="1600" dirty="0"/>
              <a:t>: </a:t>
            </a:r>
            <a:r>
              <a:rPr sz="1600" b="0" dirty="0" err="1">
                <a:solidFill>
                  <a:srgbClr val="475569"/>
                </a:solidFill>
              </a:rPr>
              <a:t>Chữ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viết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tay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khó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đọc</a:t>
            </a:r>
            <a:r>
              <a:rPr sz="1600" b="0" dirty="0">
                <a:solidFill>
                  <a:srgbClr val="475569"/>
                </a:solidFill>
              </a:rPr>
              <a:t>, </a:t>
            </a:r>
            <a:r>
              <a:rPr sz="1600" b="0" dirty="0" err="1">
                <a:solidFill>
                  <a:srgbClr val="475569"/>
                </a:solidFill>
              </a:rPr>
              <a:t>dễ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nhầm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món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và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quên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ghi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chú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chế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biến</a:t>
            </a:r>
            <a:r>
              <a:rPr sz="1600" b="0" dirty="0">
                <a:solidFill>
                  <a:srgbClr val="475569"/>
                </a:solidFill>
              </a:rPr>
              <a:t>.</a:t>
            </a:r>
          </a:p>
          <a:p>
            <a:pPr>
              <a:spcBef>
                <a:spcPts val="1000"/>
              </a:spcBef>
              <a:defRPr sz="1050" b="1">
                <a:solidFill>
                  <a:srgbClr val="0F172A"/>
                </a:solidFill>
                <a:latin typeface="Segoe UI"/>
              </a:defRPr>
            </a:pPr>
            <a:r>
              <a:rPr sz="1600" dirty="0"/>
              <a:t>• Thất </a:t>
            </a:r>
            <a:r>
              <a:rPr sz="1600" dirty="0" err="1"/>
              <a:t>thoát</a:t>
            </a:r>
            <a:r>
              <a:rPr sz="1600" dirty="0"/>
              <a:t> </a:t>
            </a:r>
            <a:r>
              <a:rPr sz="1600" dirty="0" err="1"/>
              <a:t>nguyên</a:t>
            </a:r>
            <a:r>
              <a:rPr sz="1600" dirty="0"/>
              <a:t> </a:t>
            </a:r>
            <a:r>
              <a:rPr sz="1600" dirty="0" err="1"/>
              <a:t>vật</a:t>
            </a:r>
            <a:r>
              <a:rPr sz="1600" dirty="0"/>
              <a:t> </a:t>
            </a:r>
            <a:r>
              <a:rPr sz="1600" dirty="0" err="1"/>
              <a:t>liệu</a:t>
            </a:r>
            <a:r>
              <a:rPr sz="1600" dirty="0"/>
              <a:t>: </a:t>
            </a:r>
            <a:r>
              <a:rPr sz="1600" b="0" dirty="0" err="1">
                <a:solidFill>
                  <a:srgbClr val="475569"/>
                </a:solidFill>
              </a:rPr>
              <a:t>Không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có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công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thức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định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lượng</a:t>
            </a:r>
            <a:r>
              <a:rPr sz="1600" b="0" dirty="0">
                <a:solidFill>
                  <a:srgbClr val="475569"/>
                </a:solidFill>
              </a:rPr>
              <a:t> (BOM) </a:t>
            </a:r>
            <a:r>
              <a:rPr sz="1600" b="0" dirty="0" err="1">
                <a:solidFill>
                  <a:srgbClr val="475569"/>
                </a:solidFill>
              </a:rPr>
              <a:t>gắn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liền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với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tồn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kho</a:t>
            </a:r>
            <a:r>
              <a:rPr sz="1600" b="0" dirty="0">
                <a:solidFill>
                  <a:srgbClr val="475569"/>
                </a:solidFill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34440"/>
            <a:ext cx="521208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rtlCol="0" anchor="ctr"/>
          <a:lstStyle/>
          <a:p>
            <a:pPr algn="ctr">
              <a:defRPr sz="1250" b="1">
                <a:solidFill>
                  <a:srgbClr val="059669"/>
                </a:solidFill>
                <a:latin typeface="Segoe UI"/>
              </a:defRPr>
            </a:pPr>
            <a:r>
              <a:rPr sz="1600" dirty="0"/>
              <a:t>🎯 </a:t>
            </a:r>
            <a:r>
              <a:rPr lang="en-US" sz="1600" dirty="0"/>
              <a:t>3</a:t>
            </a:r>
            <a:r>
              <a:rPr sz="1600" dirty="0"/>
              <a:t> MỤC TIÊU GIẢI PHÁP ROYAL BISTRO</a:t>
            </a:r>
          </a:p>
          <a:p>
            <a:pPr>
              <a:spcBef>
                <a:spcPts val="1000"/>
              </a:spcBef>
              <a:defRPr sz="1050" b="1">
                <a:solidFill>
                  <a:srgbClr val="0F172A"/>
                </a:solidFill>
                <a:latin typeface="Segoe UI"/>
              </a:defRPr>
            </a:pPr>
            <a:r>
              <a:rPr sz="1600" dirty="0"/>
              <a:t>• </a:t>
            </a:r>
            <a:r>
              <a:rPr sz="1600" dirty="0" err="1"/>
              <a:t>Đồng</a:t>
            </a:r>
            <a:r>
              <a:rPr sz="1600" dirty="0"/>
              <a:t> </a:t>
            </a:r>
            <a:r>
              <a:rPr sz="1600" dirty="0" err="1"/>
              <a:t>bộ</a:t>
            </a:r>
            <a:r>
              <a:rPr sz="1600" dirty="0"/>
              <a:t> Realtime &lt;50ms: </a:t>
            </a:r>
            <a:r>
              <a:rPr sz="1600" b="0" dirty="0" err="1">
                <a:solidFill>
                  <a:srgbClr val="475569"/>
                </a:solidFill>
              </a:rPr>
              <a:t>Truyền</a:t>
            </a:r>
            <a:r>
              <a:rPr sz="1600" b="0" dirty="0">
                <a:solidFill>
                  <a:srgbClr val="475569"/>
                </a:solidFill>
              </a:rPr>
              <a:t> order </a:t>
            </a:r>
            <a:r>
              <a:rPr sz="1600" b="0" dirty="0" err="1">
                <a:solidFill>
                  <a:srgbClr val="475569"/>
                </a:solidFill>
              </a:rPr>
              <a:t>ngay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tức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thì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từ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bàn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ăn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xuống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màn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hình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Bếp</a:t>
            </a:r>
            <a:r>
              <a:rPr sz="1600" b="0" dirty="0">
                <a:solidFill>
                  <a:srgbClr val="475569"/>
                </a:solidFill>
              </a:rPr>
              <a:t> KDS.</a:t>
            </a:r>
          </a:p>
          <a:p>
            <a:pPr>
              <a:spcBef>
                <a:spcPts val="1000"/>
              </a:spcBef>
              <a:defRPr sz="1050" b="1">
                <a:solidFill>
                  <a:srgbClr val="0F172A"/>
                </a:solidFill>
                <a:latin typeface="Segoe UI"/>
              </a:defRPr>
            </a:pPr>
            <a:r>
              <a:rPr sz="1600" dirty="0"/>
              <a:t>• </a:t>
            </a:r>
            <a:r>
              <a:rPr sz="1600" dirty="0" err="1"/>
              <a:t>Tự</a:t>
            </a:r>
            <a:r>
              <a:rPr sz="1600" dirty="0"/>
              <a:t> </a:t>
            </a:r>
            <a:r>
              <a:rPr sz="1600" dirty="0" err="1"/>
              <a:t>động</a:t>
            </a:r>
            <a:r>
              <a:rPr sz="1600" dirty="0"/>
              <a:t> </a:t>
            </a:r>
            <a:r>
              <a:rPr sz="1600" dirty="0" err="1"/>
              <a:t>trừ</a:t>
            </a:r>
            <a:r>
              <a:rPr sz="1600" dirty="0"/>
              <a:t> </a:t>
            </a:r>
            <a:r>
              <a:rPr sz="1600" dirty="0" err="1"/>
              <a:t>kho</a:t>
            </a:r>
            <a:r>
              <a:rPr sz="1600" dirty="0"/>
              <a:t> </a:t>
            </a:r>
            <a:r>
              <a:rPr sz="1600" dirty="0" err="1"/>
              <a:t>theo</a:t>
            </a:r>
            <a:r>
              <a:rPr sz="1600" dirty="0"/>
              <a:t> BOM: </a:t>
            </a:r>
            <a:r>
              <a:rPr sz="1600" b="0" dirty="0" err="1">
                <a:solidFill>
                  <a:srgbClr val="475569"/>
                </a:solidFill>
              </a:rPr>
              <a:t>Thuật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toán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trừ</a:t>
            </a:r>
            <a:r>
              <a:rPr sz="1600" b="0" dirty="0">
                <a:solidFill>
                  <a:srgbClr val="475569"/>
                </a:solidFill>
              </a:rPr>
              <a:t> hao </a:t>
            </a:r>
            <a:r>
              <a:rPr sz="1600" b="0" dirty="0" err="1">
                <a:solidFill>
                  <a:srgbClr val="475569"/>
                </a:solidFill>
              </a:rPr>
              <a:t>phí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nguyên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liệu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chuẩn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xác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khi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bếp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nấu</a:t>
            </a:r>
            <a:r>
              <a:rPr sz="1600" b="0" dirty="0">
                <a:solidFill>
                  <a:srgbClr val="475569"/>
                </a:solidFill>
              </a:rPr>
              <a:t>.</a:t>
            </a:r>
          </a:p>
          <a:p>
            <a:pPr>
              <a:spcBef>
                <a:spcPts val="1000"/>
              </a:spcBef>
              <a:defRPr sz="1050" b="1">
                <a:solidFill>
                  <a:srgbClr val="0F172A"/>
                </a:solidFill>
                <a:latin typeface="Segoe UI"/>
              </a:defRPr>
            </a:pPr>
            <a:r>
              <a:rPr sz="1600" dirty="0"/>
              <a:t>• Thanh </a:t>
            </a:r>
            <a:r>
              <a:rPr sz="1600" dirty="0" err="1"/>
              <a:t>toán</a:t>
            </a:r>
            <a:r>
              <a:rPr sz="1600" dirty="0"/>
              <a:t> QR &amp; CRM: </a:t>
            </a:r>
            <a:r>
              <a:rPr sz="1600" b="0" dirty="0">
                <a:solidFill>
                  <a:srgbClr val="475569"/>
                </a:solidFill>
              </a:rPr>
              <a:t>Sinh </a:t>
            </a:r>
            <a:r>
              <a:rPr sz="1600" b="0" dirty="0" err="1">
                <a:solidFill>
                  <a:srgbClr val="475569"/>
                </a:solidFill>
              </a:rPr>
              <a:t>mã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VietQR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động</a:t>
            </a:r>
            <a:r>
              <a:rPr sz="1600" b="0" dirty="0">
                <a:solidFill>
                  <a:srgbClr val="475569"/>
                </a:solidFill>
              </a:rPr>
              <a:t>, </a:t>
            </a:r>
            <a:r>
              <a:rPr sz="1600" b="0" dirty="0" err="1">
                <a:solidFill>
                  <a:srgbClr val="475569"/>
                </a:solidFill>
              </a:rPr>
              <a:t>tự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động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tích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lũy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điểm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thưởng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hội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viên</a:t>
            </a:r>
            <a:r>
              <a:rPr sz="1600" b="0" dirty="0">
                <a:solidFill>
                  <a:srgbClr val="475569"/>
                </a:solidFill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349240"/>
            <a:ext cx="2542032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>
              <a:defRPr sz="1000" b="1">
                <a:solidFill>
                  <a:srgbClr val="2563EB"/>
                </a:solidFill>
                <a:latin typeface="Segoe UI"/>
              </a:defRPr>
            </a:pPr>
            <a:r>
              <a:rPr sz="1200"/>
              <a:t>👑 Quản trị viên (Admin)</a:t>
            </a:r>
          </a:p>
          <a:p>
            <a:pPr>
              <a:spcBef>
                <a:spcPts val="200"/>
              </a:spcBef>
              <a:defRPr sz="850">
                <a:solidFill>
                  <a:srgbClr val="475569"/>
                </a:solidFill>
                <a:latin typeface="Segoe UI"/>
              </a:defRPr>
            </a:pPr>
            <a:r>
              <a:rPr sz="1050"/>
              <a:t>Toàn quyền thực đơn, kho, nhân sự, báo cáo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47288" y="5349240"/>
            <a:ext cx="2542032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>
              <a:defRPr sz="1000" b="1">
                <a:solidFill>
                  <a:srgbClr val="0284C7"/>
                </a:solidFill>
                <a:latin typeface="Segoe UI"/>
              </a:defRPr>
            </a:pPr>
            <a:r>
              <a:rPr sz="1200"/>
              <a:t>💳 Thu ngân / Phục vụ</a:t>
            </a:r>
          </a:p>
          <a:p>
            <a:pPr>
              <a:spcBef>
                <a:spcPts val="200"/>
              </a:spcBef>
              <a:defRPr sz="850">
                <a:solidFill>
                  <a:srgbClr val="475569"/>
                </a:solidFill>
                <a:latin typeface="Segoe UI"/>
              </a:defRPr>
            </a:pPr>
            <a:r>
              <a:rPr sz="1050"/>
              <a:t>Mở bàn, tiếp nhận order POS, thanh toán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3056" y="5349240"/>
            <a:ext cx="2542032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>
              <a:defRPr sz="1000" b="1">
                <a:solidFill>
                  <a:srgbClr val="D97706"/>
                </a:solidFill>
                <a:latin typeface="Segoe UI"/>
              </a:defRPr>
            </a:pPr>
            <a:r>
              <a:rPr sz="1200"/>
              <a:t>🍳 Đầu bếp (Kitchen/Chef)</a:t>
            </a:r>
          </a:p>
          <a:p>
            <a:pPr>
              <a:spcBef>
                <a:spcPts val="200"/>
              </a:spcBef>
              <a:defRPr sz="850">
                <a:solidFill>
                  <a:srgbClr val="475569"/>
                </a:solidFill>
                <a:latin typeface="Segoe UI"/>
              </a:defRPr>
            </a:pPr>
            <a:r>
              <a:rPr sz="1050"/>
              <a:t>Xem hàng đợi KDS, nấu món, kích hoạt trừ kho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78824" y="5349240"/>
            <a:ext cx="2542032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>
              <a:defRPr sz="1000" b="1">
                <a:solidFill>
                  <a:srgbClr val="059669"/>
                </a:solidFill>
                <a:latin typeface="Segoe UI"/>
              </a:defRPr>
            </a:pPr>
            <a:r>
              <a:rPr sz="1200" dirty="0"/>
              <a:t>📱 </a:t>
            </a:r>
            <a:r>
              <a:rPr sz="1200" dirty="0" err="1"/>
              <a:t>Khách</a:t>
            </a:r>
            <a:r>
              <a:rPr sz="1200" dirty="0"/>
              <a:t> </a:t>
            </a:r>
            <a:r>
              <a:rPr sz="1200" dirty="0" err="1"/>
              <a:t>hàng</a:t>
            </a:r>
            <a:r>
              <a:rPr sz="1200" dirty="0"/>
              <a:t> (Customer)</a:t>
            </a:r>
          </a:p>
          <a:p>
            <a:pPr>
              <a:spcBef>
                <a:spcPts val="200"/>
              </a:spcBef>
              <a:defRPr sz="850">
                <a:solidFill>
                  <a:srgbClr val="475569"/>
                </a:solidFill>
                <a:latin typeface="Segoe UI"/>
              </a:defRPr>
            </a:pPr>
            <a:r>
              <a:rPr sz="1050" dirty="0" err="1"/>
              <a:t>Quét</a:t>
            </a:r>
            <a:r>
              <a:rPr sz="1050" dirty="0"/>
              <a:t> </a:t>
            </a:r>
            <a:r>
              <a:rPr sz="1050" dirty="0" err="1"/>
              <a:t>mã</a:t>
            </a:r>
            <a:r>
              <a:rPr sz="1050" dirty="0"/>
              <a:t> QR </a:t>
            </a:r>
            <a:r>
              <a:rPr sz="1050" dirty="0" err="1"/>
              <a:t>tại</a:t>
            </a:r>
            <a:r>
              <a:rPr sz="1050" dirty="0"/>
              <a:t> </a:t>
            </a:r>
            <a:r>
              <a:rPr sz="1050" dirty="0" err="1"/>
              <a:t>bàn</a:t>
            </a:r>
            <a:r>
              <a:rPr sz="1050" dirty="0"/>
              <a:t>, </a:t>
            </a:r>
            <a:r>
              <a:rPr sz="1050" dirty="0" err="1"/>
              <a:t>xem</a:t>
            </a:r>
            <a:r>
              <a:rPr sz="1050" dirty="0"/>
              <a:t> menu, </a:t>
            </a:r>
            <a:r>
              <a:rPr sz="1050" dirty="0" err="1"/>
              <a:t>gọi</a:t>
            </a:r>
            <a:r>
              <a:rPr sz="1050" dirty="0"/>
              <a:t> </a:t>
            </a:r>
            <a:r>
              <a:rPr sz="1050" dirty="0" err="1"/>
              <a:t>món</a:t>
            </a:r>
            <a:endParaRPr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28016"/>
            <a:ext cx="3291840" cy="237744"/>
          </a:xfrm>
          <a:prstGeom prst="roundRect">
            <a:avLst/>
          </a:prstGeom>
          <a:solidFill>
            <a:srgbClr val="EEF2FF"/>
          </a:solidFill>
          <a:ln w="9525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73152" tIns="18288" rIns="73152" bIns="18288" rtlCol="0" anchor="ctr"/>
          <a:lstStyle/>
          <a:p>
            <a:pPr algn="ctr">
              <a:defRPr sz="850" b="1">
                <a:solidFill>
                  <a:srgbClr val="2563EB"/>
                </a:solidFill>
                <a:latin typeface="Segoe UI"/>
              </a:defRPr>
            </a:pPr>
            <a:r>
              <a:t>CHƯƠNG 1 &amp; 2: CÔNG NGHỆ &amp; KIẾN TRÚC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"/>
            <a:ext cx="10698480" cy="5943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Segoe UI"/>
              </a:defRPr>
            </a:pPr>
            <a:r>
              <a:t>Công Nghệ Cốt Lõi &amp; Sơ Đồ Kiến Trúc Tổng Thể</a:t>
            </a:r>
          </a:p>
          <a:p>
            <a:pPr>
              <a:defRPr sz="1050">
                <a:solidFill>
                  <a:srgbClr val="475569"/>
                </a:solidFill>
                <a:latin typeface="Segoe UI"/>
              </a:defRPr>
            </a:pPr>
            <a:r>
              <a:t>Kiến trúc máy chủ Client-Server phân tầng, xử lý Non-blocking I/O và WebSocket hai chiều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10728655" cy="292608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Đồ Án Chuyên Đề Back-End: Royal Bistro | Sinh viên: Nguyễn Hoàng Hưng – 501250384 (K25)                                 Trang 3/13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34440"/>
            <a:ext cx="46634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rPr sz="1600"/>
              <a:t>🟢 Node.js v20 &amp; Express v4.19</a:t>
            </a:r>
          </a:p>
          <a:p>
            <a:pPr>
              <a:spcBef>
                <a:spcPts val="300"/>
              </a:spcBef>
              <a:defRPr sz="950">
                <a:solidFill>
                  <a:srgbClr val="475569"/>
                </a:solidFill>
                <a:latin typeface="Segoe UI"/>
              </a:defRPr>
            </a:pPr>
            <a:r>
              <a:rPr sz="1200"/>
              <a:t>Non-blocking I/O, Event-driven, định tuyến RESTful API cực nhanh, chịu tải cao.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532888"/>
            <a:ext cx="46634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rPr sz="1600"/>
              <a:t>🍃 MongoDB v7.0 &amp; Mongoose v8.3</a:t>
            </a:r>
          </a:p>
          <a:p>
            <a:pPr>
              <a:spcBef>
                <a:spcPts val="300"/>
              </a:spcBef>
              <a:defRPr sz="950">
                <a:solidFill>
                  <a:srgbClr val="475569"/>
                </a:solidFill>
                <a:latin typeface="Segoe UI"/>
              </a:defRPr>
            </a:pPr>
            <a:r>
              <a:rPr sz="1200"/>
              <a:t>NoSQL linh hoạt, 12 Collections chuẩn hóa, đồng nhất dữ liệu JSON từ CSDL đến Client.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31335"/>
            <a:ext cx="46634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rPr sz="1600"/>
              <a:t>⚡ Socket.io v4.7 Realtime</a:t>
            </a:r>
          </a:p>
          <a:p>
            <a:pPr>
              <a:spcBef>
                <a:spcPts val="300"/>
              </a:spcBef>
              <a:defRPr sz="950">
                <a:solidFill>
                  <a:srgbClr val="475569"/>
                </a:solidFill>
                <a:latin typeface="Segoe UI"/>
              </a:defRPr>
            </a:pPr>
            <a:r>
              <a:rPr sz="1200"/>
              <a:t>Kênh truyền thông WebSocket 2 chiều, phản hồi tức thời (&lt;50ms) giữa POS và Bếp KDS.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129783"/>
            <a:ext cx="46634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rPr sz="1600"/>
              <a:t>🔐 JWT &amp; Bcrypt (10 Rounds)</a:t>
            </a:r>
          </a:p>
          <a:p>
            <a:pPr>
              <a:spcBef>
                <a:spcPts val="300"/>
              </a:spcBef>
              <a:defRPr sz="950">
                <a:solidFill>
                  <a:srgbClr val="475569"/>
                </a:solidFill>
                <a:latin typeface="Segoe UI"/>
              </a:defRPr>
            </a:pPr>
            <a:r>
              <a:rPr sz="1200"/>
              <a:t>Xác thực phi trạng thái (Stateless), băm mật khẩu một chiều, phân quyền RBAC đa cấp.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1234440"/>
            <a:ext cx="5790895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775606" y="1905844"/>
            <a:ext cx="5684569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3A8A"/>
                </a:solidFill>
                <a:latin typeface="Segoe UI"/>
              </a:defRPr>
            </a:pPr>
            <a:r>
              <a:rPr sz="1600" dirty="0" err="1"/>
              <a:t>Sơ</a:t>
            </a:r>
            <a:r>
              <a:rPr sz="1600" dirty="0"/>
              <a:t> </a:t>
            </a:r>
            <a:r>
              <a:rPr sz="1600" dirty="0" err="1"/>
              <a:t>đồ</a:t>
            </a:r>
            <a:r>
              <a:rPr sz="1600" dirty="0"/>
              <a:t> </a:t>
            </a:r>
            <a:r>
              <a:rPr sz="1600" dirty="0" err="1"/>
              <a:t>kiến</a:t>
            </a:r>
            <a:r>
              <a:rPr sz="1600" dirty="0"/>
              <a:t> </a:t>
            </a:r>
            <a:r>
              <a:rPr sz="1600" dirty="0" err="1"/>
              <a:t>trúc</a:t>
            </a:r>
            <a:r>
              <a:rPr sz="1600" dirty="0"/>
              <a:t> </a:t>
            </a:r>
            <a:r>
              <a:rPr sz="1600" dirty="0" err="1"/>
              <a:t>tổng</a:t>
            </a:r>
            <a:r>
              <a:rPr sz="1600" dirty="0"/>
              <a:t> </a:t>
            </a:r>
            <a:r>
              <a:rPr sz="1600" dirty="0" err="1"/>
              <a:t>thể</a:t>
            </a:r>
            <a:r>
              <a:rPr sz="1600" dirty="0"/>
              <a:t> </a:t>
            </a:r>
            <a:r>
              <a:rPr sz="1600" dirty="0" err="1"/>
              <a:t>hệ</a:t>
            </a:r>
            <a:r>
              <a:rPr sz="1600" dirty="0"/>
              <a:t> </a:t>
            </a:r>
            <a:r>
              <a:rPr sz="1600" dirty="0" err="1"/>
              <a:t>thống</a:t>
            </a:r>
            <a:r>
              <a:rPr sz="1600" dirty="0"/>
              <a:t> Royal Bistro (</a:t>
            </a:r>
            <a:r>
              <a:rPr sz="1600" dirty="0" err="1"/>
              <a:t>Hình</a:t>
            </a:r>
            <a:r>
              <a:rPr sz="1600" dirty="0"/>
              <a:t> 2.1)</a:t>
            </a:r>
          </a:p>
        </p:txBody>
      </p:sp>
      <p:pic>
        <p:nvPicPr>
          <p:cNvPr id="14" name="Picture 13" descr="image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39" y="2415898"/>
            <a:ext cx="5516575" cy="283087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28016"/>
            <a:ext cx="2743200" cy="237744"/>
          </a:xfrm>
          <a:prstGeom prst="roundRect">
            <a:avLst/>
          </a:prstGeom>
          <a:solidFill>
            <a:srgbClr val="EEF2FF"/>
          </a:solidFill>
          <a:ln w="9525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73152" tIns="18288" rIns="73152" bIns="18288" rtlCol="0" anchor="ctr"/>
          <a:lstStyle/>
          <a:p>
            <a:pPr algn="ctr">
              <a:defRPr sz="850" b="1">
                <a:solidFill>
                  <a:srgbClr val="2563EB"/>
                </a:solidFill>
                <a:latin typeface="Segoe UI"/>
              </a:defRPr>
            </a:pPr>
            <a:r>
              <a:t>CHƯƠNG 2: CƠ SỞ DỮ LIỆU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"/>
            <a:ext cx="10698480" cy="5943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Segoe UI"/>
              </a:defRPr>
            </a:pPr>
            <a:r>
              <a:t>Thiết Kế Cơ Sở Dữ Liệu NoSQL 12 Collections</a:t>
            </a:r>
          </a:p>
          <a:p>
            <a:pPr>
              <a:defRPr sz="1050">
                <a:solidFill>
                  <a:srgbClr val="475569"/>
                </a:solidFill>
                <a:latin typeface="Segoe UI"/>
              </a:defRPr>
            </a:pPr>
            <a:r>
              <a:t>Tối ưu hóa cấu trúc dữ liệu NoSQL với Mongoose ODM, giải quyết triệt để quan hệ định mức n-n (BOM)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10728655" cy="292608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Đồ Án Chuyên Đề Back-End: Royal Bistro | Sinh viên: Nguyễn Hoàng Hưng – 501250384 (K25)                                 Trang 5/13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34440"/>
            <a:ext cx="4754880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rtlCol="0" anchor="ctr"/>
          <a:lstStyle/>
          <a:p>
            <a:pPr algn="ctr">
              <a:defRPr sz="1200" b="1">
                <a:solidFill>
                  <a:srgbClr val="1E3A8A"/>
                </a:solidFill>
                <a:latin typeface="Segoe UI"/>
              </a:defRPr>
            </a:pPr>
            <a:r>
              <a:rPr sz="1400" dirty="0"/>
              <a:t>🗄️ 4 NHÓM THỰC THỂ DỮ LIỆU CHÍNH</a:t>
            </a:r>
          </a:p>
          <a:p>
            <a:pPr>
              <a:spcBef>
                <a:spcPts val="1000"/>
              </a:spcBef>
              <a:defRPr sz="1050" b="1">
                <a:solidFill>
                  <a:srgbClr val="2563EB"/>
                </a:solidFill>
                <a:latin typeface="Segoe UI"/>
              </a:defRPr>
            </a:pPr>
            <a:r>
              <a:rPr sz="1600" dirty="0"/>
              <a:t>• 1. </a:t>
            </a:r>
            <a:r>
              <a:rPr sz="1600" dirty="0" err="1"/>
              <a:t>Người</a:t>
            </a:r>
            <a:r>
              <a:rPr sz="1600" dirty="0"/>
              <a:t> </a:t>
            </a:r>
            <a:r>
              <a:rPr sz="1600" dirty="0" err="1"/>
              <a:t>Dùng</a:t>
            </a:r>
            <a:r>
              <a:rPr sz="1600" dirty="0"/>
              <a:t> &amp; </a:t>
            </a:r>
            <a:r>
              <a:rPr sz="1600" dirty="0" err="1"/>
              <a:t>Bàn</a:t>
            </a:r>
            <a:r>
              <a:rPr sz="1600" dirty="0"/>
              <a:t> </a:t>
            </a:r>
            <a:r>
              <a:rPr sz="1600" dirty="0" err="1"/>
              <a:t>Ăn</a:t>
            </a:r>
            <a:r>
              <a:rPr sz="1600" dirty="0"/>
              <a:t>: </a:t>
            </a:r>
            <a:r>
              <a:rPr sz="1600" b="0" dirty="0" err="1">
                <a:solidFill>
                  <a:srgbClr val="475569"/>
                </a:solidFill>
              </a:rPr>
              <a:t>NguoiDung</a:t>
            </a:r>
            <a:r>
              <a:rPr sz="1600" b="0" dirty="0">
                <a:solidFill>
                  <a:srgbClr val="475569"/>
                </a:solidFill>
              </a:rPr>
              <a:t> (Admin, Cashier, Kitchen), </a:t>
            </a:r>
            <a:r>
              <a:rPr sz="1600" b="0" dirty="0" err="1">
                <a:solidFill>
                  <a:srgbClr val="475569"/>
                </a:solidFill>
              </a:rPr>
              <a:t>BanAn</a:t>
            </a:r>
            <a:r>
              <a:rPr sz="1600" b="0" dirty="0">
                <a:solidFill>
                  <a:srgbClr val="475569"/>
                </a:solidFill>
              </a:rPr>
              <a:t> &amp; </a:t>
            </a:r>
            <a:r>
              <a:rPr sz="1600" b="0" dirty="0" err="1">
                <a:solidFill>
                  <a:srgbClr val="475569"/>
                </a:solidFill>
              </a:rPr>
              <a:t>KhuVuc</a:t>
            </a:r>
            <a:r>
              <a:rPr sz="1600" b="0" dirty="0">
                <a:solidFill>
                  <a:srgbClr val="475569"/>
                </a:solidFill>
              </a:rPr>
              <a:t> (</a:t>
            </a:r>
            <a:r>
              <a:rPr sz="1600" b="0" dirty="0" err="1">
                <a:solidFill>
                  <a:srgbClr val="475569"/>
                </a:solidFill>
              </a:rPr>
              <a:t>Sơ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đồ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mặt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bằng</a:t>
            </a:r>
            <a:r>
              <a:rPr sz="1600" b="0" dirty="0">
                <a:solidFill>
                  <a:srgbClr val="475569"/>
                </a:solidFill>
              </a:rPr>
              <a:t>, </a:t>
            </a:r>
            <a:r>
              <a:rPr sz="1600" b="0" dirty="0" err="1">
                <a:solidFill>
                  <a:srgbClr val="475569"/>
                </a:solidFill>
              </a:rPr>
              <a:t>trạng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thái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bàn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động</a:t>
            </a:r>
            <a:r>
              <a:rPr sz="1600" b="0" dirty="0">
                <a:solidFill>
                  <a:srgbClr val="475569"/>
                </a:solidFill>
              </a:rPr>
              <a:t>).</a:t>
            </a:r>
          </a:p>
          <a:p>
            <a:pPr>
              <a:spcBef>
                <a:spcPts val="1000"/>
              </a:spcBef>
              <a:defRPr sz="1050" b="1">
                <a:solidFill>
                  <a:srgbClr val="2563EB"/>
                </a:solidFill>
                <a:latin typeface="Segoe UI"/>
              </a:defRPr>
            </a:pPr>
            <a:r>
              <a:rPr sz="1600" dirty="0"/>
              <a:t>• 2. </a:t>
            </a:r>
            <a:r>
              <a:rPr sz="1600" dirty="0" err="1"/>
              <a:t>Thực</a:t>
            </a:r>
            <a:r>
              <a:rPr sz="1600" dirty="0"/>
              <a:t> </a:t>
            </a:r>
            <a:r>
              <a:rPr sz="1600" dirty="0" err="1"/>
              <a:t>Đơn</a:t>
            </a:r>
            <a:r>
              <a:rPr sz="1600" dirty="0"/>
              <a:t> &amp; </a:t>
            </a:r>
            <a:r>
              <a:rPr sz="1600" dirty="0" err="1"/>
              <a:t>Gọi</a:t>
            </a:r>
            <a:r>
              <a:rPr sz="1600" dirty="0"/>
              <a:t> </a:t>
            </a:r>
            <a:r>
              <a:rPr sz="1600" dirty="0" err="1"/>
              <a:t>Món</a:t>
            </a:r>
            <a:r>
              <a:rPr sz="1600" dirty="0"/>
              <a:t>: </a:t>
            </a:r>
            <a:r>
              <a:rPr sz="1600" b="0" dirty="0" err="1">
                <a:solidFill>
                  <a:srgbClr val="475569"/>
                </a:solidFill>
              </a:rPr>
              <a:t>MonAn</a:t>
            </a:r>
            <a:r>
              <a:rPr sz="1600" b="0" dirty="0">
                <a:solidFill>
                  <a:srgbClr val="475569"/>
                </a:solidFill>
              </a:rPr>
              <a:t>, </a:t>
            </a:r>
            <a:r>
              <a:rPr sz="1600" b="0" dirty="0" err="1">
                <a:solidFill>
                  <a:srgbClr val="475569"/>
                </a:solidFill>
              </a:rPr>
              <a:t>LoaiMon</a:t>
            </a:r>
            <a:r>
              <a:rPr sz="1600" b="0" dirty="0">
                <a:solidFill>
                  <a:srgbClr val="475569"/>
                </a:solidFill>
              </a:rPr>
              <a:t> (Danh </a:t>
            </a:r>
            <a:r>
              <a:rPr sz="1600" b="0" dirty="0" err="1">
                <a:solidFill>
                  <a:srgbClr val="475569"/>
                </a:solidFill>
              </a:rPr>
              <a:t>mục</a:t>
            </a:r>
            <a:r>
              <a:rPr sz="1600" b="0" dirty="0">
                <a:solidFill>
                  <a:srgbClr val="475569"/>
                </a:solidFill>
              </a:rPr>
              <a:t> &amp; </a:t>
            </a:r>
            <a:r>
              <a:rPr sz="1600" b="0" dirty="0" err="1">
                <a:solidFill>
                  <a:srgbClr val="475569"/>
                </a:solidFill>
              </a:rPr>
              <a:t>giá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bán</a:t>
            </a:r>
            <a:r>
              <a:rPr sz="1600" b="0" dirty="0">
                <a:solidFill>
                  <a:srgbClr val="475569"/>
                </a:solidFill>
              </a:rPr>
              <a:t>), </a:t>
            </a:r>
            <a:r>
              <a:rPr sz="1600" b="0" dirty="0" err="1">
                <a:solidFill>
                  <a:srgbClr val="475569"/>
                </a:solidFill>
              </a:rPr>
              <a:t>DatMon</a:t>
            </a:r>
            <a:r>
              <a:rPr sz="1600" b="0" dirty="0">
                <a:solidFill>
                  <a:srgbClr val="475569"/>
                </a:solidFill>
              </a:rPr>
              <a:t> (Chi </a:t>
            </a:r>
            <a:r>
              <a:rPr sz="1600" b="0" dirty="0" err="1">
                <a:solidFill>
                  <a:srgbClr val="475569"/>
                </a:solidFill>
              </a:rPr>
              <a:t>tiết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gọi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món</a:t>
            </a:r>
            <a:r>
              <a:rPr sz="1600" b="0" dirty="0">
                <a:solidFill>
                  <a:srgbClr val="475569"/>
                </a:solidFill>
              </a:rPr>
              <a:t> POS, </a:t>
            </a:r>
            <a:r>
              <a:rPr sz="1600" b="0" dirty="0" err="1">
                <a:solidFill>
                  <a:srgbClr val="475569"/>
                </a:solidFill>
              </a:rPr>
              <a:t>ghi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chú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đặc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biệt</a:t>
            </a:r>
            <a:r>
              <a:rPr sz="1600" b="0" dirty="0">
                <a:solidFill>
                  <a:srgbClr val="475569"/>
                </a:solidFill>
              </a:rPr>
              <a:t>).</a:t>
            </a:r>
          </a:p>
          <a:p>
            <a:pPr>
              <a:spcBef>
                <a:spcPts val="1000"/>
              </a:spcBef>
              <a:defRPr sz="1050" b="1">
                <a:solidFill>
                  <a:srgbClr val="2563EB"/>
                </a:solidFill>
                <a:latin typeface="Segoe UI"/>
              </a:defRPr>
            </a:pPr>
            <a:r>
              <a:rPr sz="1600" dirty="0"/>
              <a:t>• 3. Kho &amp; Công </a:t>
            </a:r>
            <a:r>
              <a:rPr sz="1600" dirty="0" err="1"/>
              <a:t>Thức</a:t>
            </a:r>
            <a:r>
              <a:rPr sz="1600" dirty="0"/>
              <a:t> BOM: </a:t>
            </a:r>
            <a:r>
              <a:rPr sz="1600" b="0" dirty="0" err="1">
                <a:solidFill>
                  <a:srgbClr val="475569"/>
                </a:solidFill>
              </a:rPr>
              <a:t>NguyenLieu</a:t>
            </a:r>
            <a:r>
              <a:rPr sz="1600" b="0" dirty="0">
                <a:solidFill>
                  <a:srgbClr val="475569"/>
                </a:solidFill>
              </a:rPr>
              <a:t> (</a:t>
            </a:r>
            <a:r>
              <a:rPr sz="1600" b="0" dirty="0" err="1">
                <a:solidFill>
                  <a:srgbClr val="475569"/>
                </a:solidFill>
              </a:rPr>
              <a:t>Tồn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kho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thực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tế</a:t>
            </a:r>
            <a:r>
              <a:rPr sz="1600" b="0" dirty="0">
                <a:solidFill>
                  <a:srgbClr val="475569"/>
                </a:solidFill>
              </a:rPr>
              <a:t>), </a:t>
            </a:r>
            <a:r>
              <a:rPr sz="1600" b="0" dirty="0" err="1">
                <a:solidFill>
                  <a:srgbClr val="475569"/>
                </a:solidFill>
              </a:rPr>
              <a:t>MonAnNguyenLieu</a:t>
            </a:r>
            <a:r>
              <a:rPr sz="1600" b="0" dirty="0">
                <a:solidFill>
                  <a:srgbClr val="475569"/>
                </a:solidFill>
              </a:rPr>
              <a:t> (</a:t>
            </a:r>
            <a:r>
              <a:rPr sz="1600" b="0" dirty="0" err="1">
                <a:solidFill>
                  <a:srgbClr val="475569"/>
                </a:solidFill>
              </a:rPr>
              <a:t>Bảng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định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lượng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liên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kết</a:t>
            </a:r>
            <a:r>
              <a:rPr sz="1600" b="0" dirty="0">
                <a:solidFill>
                  <a:srgbClr val="475569"/>
                </a:solidFill>
              </a:rPr>
              <a:t> n-n </a:t>
            </a:r>
            <a:r>
              <a:rPr sz="1600" b="0" dirty="0" err="1">
                <a:solidFill>
                  <a:srgbClr val="475569"/>
                </a:solidFill>
              </a:rPr>
              <a:t>trừ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kho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tự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động</a:t>
            </a:r>
            <a:r>
              <a:rPr sz="1600" b="0" dirty="0">
                <a:solidFill>
                  <a:srgbClr val="475569"/>
                </a:solidFill>
              </a:rPr>
              <a:t>).</a:t>
            </a:r>
          </a:p>
          <a:p>
            <a:pPr>
              <a:spcBef>
                <a:spcPts val="1000"/>
              </a:spcBef>
              <a:defRPr sz="1050" b="1">
                <a:solidFill>
                  <a:srgbClr val="2563EB"/>
                </a:solidFill>
                <a:latin typeface="Segoe UI"/>
              </a:defRPr>
            </a:pPr>
            <a:r>
              <a:rPr sz="1600" dirty="0"/>
              <a:t>• 4. </a:t>
            </a:r>
            <a:r>
              <a:rPr sz="1600" dirty="0" err="1"/>
              <a:t>Đặt</a:t>
            </a:r>
            <a:r>
              <a:rPr sz="1600" dirty="0"/>
              <a:t> </a:t>
            </a:r>
            <a:r>
              <a:rPr sz="1600" dirty="0" err="1"/>
              <a:t>Bàn</a:t>
            </a:r>
            <a:r>
              <a:rPr sz="1600" dirty="0"/>
              <a:t>, </a:t>
            </a:r>
            <a:r>
              <a:rPr sz="1600" dirty="0" err="1"/>
              <a:t>Hóa</a:t>
            </a:r>
            <a:r>
              <a:rPr sz="1600" dirty="0"/>
              <a:t> </a:t>
            </a:r>
            <a:r>
              <a:rPr sz="1600" dirty="0" err="1"/>
              <a:t>Đơn</a:t>
            </a:r>
            <a:r>
              <a:rPr sz="1600" dirty="0"/>
              <a:t> &amp; CRM: </a:t>
            </a:r>
            <a:r>
              <a:rPr sz="1600" b="0" dirty="0" err="1">
                <a:solidFill>
                  <a:srgbClr val="475569"/>
                </a:solidFill>
              </a:rPr>
              <a:t>DatBan</a:t>
            </a:r>
            <a:r>
              <a:rPr sz="1600" b="0" dirty="0">
                <a:solidFill>
                  <a:srgbClr val="475569"/>
                </a:solidFill>
              </a:rPr>
              <a:t> (</a:t>
            </a:r>
            <a:r>
              <a:rPr sz="1600" b="0" dirty="0" err="1">
                <a:solidFill>
                  <a:srgbClr val="475569"/>
                </a:solidFill>
              </a:rPr>
              <a:t>Khách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hẹn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trước</a:t>
            </a:r>
            <a:r>
              <a:rPr sz="1600" b="0" dirty="0">
                <a:solidFill>
                  <a:srgbClr val="475569"/>
                </a:solidFill>
              </a:rPr>
              <a:t>), HoaDon (Thanh </a:t>
            </a:r>
            <a:r>
              <a:rPr sz="1600" b="0" dirty="0" err="1">
                <a:solidFill>
                  <a:srgbClr val="475569"/>
                </a:solidFill>
              </a:rPr>
              <a:t>toán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tiền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mặt</a:t>
            </a:r>
            <a:r>
              <a:rPr sz="1600" b="0" dirty="0">
                <a:solidFill>
                  <a:srgbClr val="475569"/>
                </a:solidFill>
              </a:rPr>
              <a:t>/</a:t>
            </a:r>
            <a:r>
              <a:rPr sz="1600" b="0" dirty="0" err="1">
                <a:solidFill>
                  <a:srgbClr val="475569"/>
                </a:solidFill>
              </a:rPr>
              <a:t>VietQR</a:t>
            </a:r>
            <a:r>
              <a:rPr sz="1600" b="0" dirty="0">
                <a:solidFill>
                  <a:srgbClr val="475569"/>
                </a:solidFill>
              </a:rPr>
              <a:t>), </a:t>
            </a:r>
            <a:r>
              <a:rPr sz="1600" b="0" dirty="0" err="1">
                <a:solidFill>
                  <a:srgbClr val="475569"/>
                </a:solidFill>
              </a:rPr>
              <a:t>KhachHang</a:t>
            </a:r>
            <a:r>
              <a:rPr sz="1600" b="0" dirty="0">
                <a:solidFill>
                  <a:srgbClr val="475569"/>
                </a:solidFill>
              </a:rPr>
              <a:t> (</a:t>
            </a:r>
            <a:r>
              <a:rPr sz="1600" b="0" dirty="0" err="1">
                <a:solidFill>
                  <a:srgbClr val="475569"/>
                </a:solidFill>
              </a:rPr>
              <a:t>Tích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điểm</a:t>
            </a:r>
            <a:r>
              <a:rPr sz="1600" b="0" dirty="0">
                <a:solidFill>
                  <a:srgbClr val="475569"/>
                </a:solidFill>
              </a:rPr>
              <a:t> loyalty).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720" y="1234440"/>
            <a:ext cx="5699455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821985" y="1966193"/>
            <a:ext cx="571663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3A8A"/>
                </a:solidFill>
                <a:latin typeface="Segoe UI"/>
              </a:defRPr>
            </a:pPr>
            <a:r>
              <a:rPr sz="1400" dirty="0" err="1"/>
              <a:t>Sơ</a:t>
            </a:r>
            <a:r>
              <a:rPr sz="1400" dirty="0"/>
              <a:t> </a:t>
            </a:r>
            <a:r>
              <a:rPr sz="1400" dirty="0" err="1"/>
              <a:t>đồ</a:t>
            </a:r>
            <a:r>
              <a:rPr sz="1400" dirty="0"/>
              <a:t> </a:t>
            </a:r>
            <a:r>
              <a:rPr sz="1400" dirty="0" err="1"/>
              <a:t>thực</a:t>
            </a:r>
            <a:r>
              <a:rPr sz="1400" dirty="0"/>
              <a:t> </a:t>
            </a:r>
            <a:r>
              <a:rPr sz="1400" dirty="0" err="1"/>
              <a:t>thể</a:t>
            </a:r>
            <a:r>
              <a:rPr sz="1400" dirty="0"/>
              <a:t> </a:t>
            </a:r>
            <a:r>
              <a:rPr sz="1400" dirty="0" err="1"/>
              <a:t>quan</a:t>
            </a:r>
            <a:r>
              <a:rPr sz="1400" dirty="0"/>
              <a:t> </a:t>
            </a:r>
            <a:r>
              <a:rPr sz="1400" dirty="0" err="1"/>
              <a:t>hệ</a:t>
            </a:r>
            <a:r>
              <a:rPr sz="1400" dirty="0"/>
              <a:t> (ERD) 12 Collections MongoDB (</a:t>
            </a:r>
            <a:r>
              <a:rPr sz="1400" dirty="0" err="1"/>
              <a:t>Hình</a:t>
            </a:r>
            <a:r>
              <a:rPr sz="1400" dirty="0"/>
              <a:t> 2.5)</a:t>
            </a:r>
          </a:p>
        </p:txBody>
      </p:sp>
      <p:pic>
        <p:nvPicPr>
          <p:cNvPr id="11" name="Picture 10" descr="image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2469113"/>
            <a:ext cx="5669280" cy="318173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28016"/>
            <a:ext cx="3657600" cy="237744"/>
          </a:xfrm>
          <a:prstGeom prst="roundRect">
            <a:avLst/>
          </a:prstGeom>
          <a:solidFill>
            <a:srgbClr val="EEF2FF"/>
          </a:solidFill>
          <a:ln w="9525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73152" tIns="18288" rIns="73152" bIns="18288" rtlCol="0" anchor="ctr"/>
          <a:lstStyle/>
          <a:p>
            <a:pPr algn="ctr">
              <a:defRPr sz="850" b="1">
                <a:solidFill>
                  <a:srgbClr val="2563EB"/>
                </a:solidFill>
                <a:latin typeface="Segoe UI"/>
              </a:defRPr>
            </a:pPr>
            <a:r>
              <a:t>CHƯƠNG 2: LUỒNG KHÁCH HÀNG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"/>
            <a:ext cx="10698480" cy="5943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Segoe UI"/>
              </a:defRPr>
            </a:pPr>
            <a:r>
              <a:t>Luồng Hoạt Động Của Khách Hàng: Đặt Món Tại Bàn &amp; Thanh Toán Số</a:t>
            </a:r>
          </a:p>
          <a:p>
            <a:pPr>
              <a:defRPr sz="1050">
                <a:solidFill>
                  <a:srgbClr val="475569"/>
                </a:solidFill>
                <a:latin typeface="Segoe UI"/>
              </a:defRPr>
            </a:pPr>
            <a:r>
              <a:t>Chu trình khép kín 4 bước: Quét mã QR ➔ Chọn món trực tuyến ➔ Nhận đơn Real-time ➔ Thanh toán VietQR &amp; Tích điểm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10728655" cy="292608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Đồ Án Chuyên Đề Back-End: Royal Bistro | Sinh viên: Nguyễn Hoàng Hưng – 501250384 (K25)                                 Trang 7/13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34440"/>
            <a:ext cx="5760720" cy="11704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73152" rIns="164592" rtlCol="0" anchor="ctr"/>
          <a:lstStyle/>
          <a:p>
            <a:pPr algn="ctr">
              <a:defRPr sz="1050" b="1">
                <a:solidFill>
                  <a:srgbClr val="2563EB"/>
                </a:solidFill>
                <a:latin typeface="Segoe UI"/>
              </a:defRPr>
            </a:pPr>
            <a:r>
              <a:rPr sz="1200" dirty="0"/>
              <a:t>📱 BƯỚC 1: QUÉT MÃ QR &amp; MỞ BÀN TỰ ĐỘNG</a:t>
            </a:r>
          </a:p>
          <a:p>
            <a:pPr>
              <a:spcBef>
                <a:spcPts val="200"/>
              </a:spcBef>
              <a:defRPr sz="880" b="1">
                <a:solidFill>
                  <a:srgbClr val="0F172A"/>
                </a:solidFill>
                <a:latin typeface="Segoe UI"/>
              </a:defRPr>
            </a:pPr>
            <a:r>
              <a:rPr sz="1000" dirty="0"/>
              <a:t>• </a:t>
            </a:r>
            <a:r>
              <a:rPr sz="1000" dirty="0" err="1"/>
              <a:t>Khách</a:t>
            </a:r>
            <a:r>
              <a:rPr sz="1000" dirty="0"/>
              <a:t> </a:t>
            </a:r>
            <a:r>
              <a:rPr sz="1000" dirty="0" err="1"/>
              <a:t>quét</a:t>
            </a:r>
            <a:r>
              <a:rPr sz="1000" dirty="0"/>
              <a:t> </a:t>
            </a:r>
            <a:r>
              <a:rPr sz="1000" dirty="0" err="1"/>
              <a:t>mã</a:t>
            </a:r>
            <a:r>
              <a:rPr sz="1000" dirty="0"/>
              <a:t> QR </a:t>
            </a:r>
            <a:r>
              <a:rPr sz="1000" dirty="0" err="1"/>
              <a:t>tại</a:t>
            </a:r>
            <a:r>
              <a:rPr sz="1000" dirty="0"/>
              <a:t> </a:t>
            </a:r>
            <a:r>
              <a:rPr sz="1000" dirty="0" err="1"/>
              <a:t>bàn</a:t>
            </a:r>
            <a:r>
              <a:rPr sz="1000" dirty="0"/>
              <a:t>: </a:t>
            </a:r>
            <a:r>
              <a:rPr sz="1000" b="0" dirty="0" err="1">
                <a:solidFill>
                  <a:srgbClr val="475569"/>
                </a:solidFill>
              </a:rPr>
              <a:t>Dùng</a:t>
            </a:r>
            <a:r>
              <a:rPr sz="1000" b="0" dirty="0">
                <a:solidFill>
                  <a:srgbClr val="475569"/>
                </a:solidFill>
              </a:rPr>
              <a:t> camera </a:t>
            </a:r>
            <a:r>
              <a:rPr sz="1000" b="0" dirty="0" err="1">
                <a:solidFill>
                  <a:srgbClr val="475569"/>
                </a:solidFill>
              </a:rPr>
              <a:t>điện</a:t>
            </a:r>
            <a:r>
              <a:rPr sz="1000" b="0" dirty="0">
                <a:solidFill>
                  <a:srgbClr val="475569"/>
                </a:solidFill>
              </a:rPr>
              <a:t> </a:t>
            </a:r>
            <a:r>
              <a:rPr sz="1000" b="0" dirty="0" err="1">
                <a:solidFill>
                  <a:srgbClr val="475569"/>
                </a:solidFill>
              </a:rPr>
              <a:t>thoại</a:t>
            </a:r>
            <a:r>
              <a:rPr sz="1000" b="0" dirty="0">
                <a:solidFill>
                  <a:srgbClr val="475569"/>
                </a:solidFill>
              </a:rPr>
              <a:t> </a:t>
            </a:r>
            <a:r>
              <a:rPr sz="1000" b="0" dirty="0" err="1">
                <a:solidFill>
                  <a:srgbClr val="475569"/>
                </a:solidFill>
              </a:rPr>
              <a:t>thông</a:t>
            </a:r>
            <a:r>
              <a:rPr sz="1000" b="0" dirty="0">
                <a:solidFill>
                  <a:srgbClr val="475569"/>
                </a:solidFill>
              </a:rPr>
              <a:t> </a:t>
            </a:r>
            <a:r>
              <a:rPr sz="1000" b="0" dirty="0" err="1">
                <a:solidFill>
                  <a:srgbClr val="475569"/>
                </a:solidFill>
              </a:rPr>
              <a:t>minh</a:t>
            </a:r>
            <a:r>
              <a:rPr sz="1000" b="0" dirty="0">
                <a:solidFill>
                  <a:srgbClr val="475569"/>
                </a:solidFill>
              </a:rPr>
              <a:t> </a:t>
            </a:r>
            <a:r>
              <a:rPr sz="1000" b="0" dirty="0" err="1">
                <a:solidFill>
                  <a:srgbClr val="475569"/>
                </a:solidFill>
              </a:rPr>
              <a:t>quét</a:t>
            </a:r>
            <a:r>
              <a:rPr sz="1000" b="0" dirty="0">
                <a:solidFill>
                  <a:srgbClr val="475569"/>
                </a:solidFill>
              </a:rPr>
              <a:t> </a:t>
            </a:r>
            <a:r>
              <a:rPr sz="1000" b="0" dirty="0" err="1">
                <a:solidFill>
                  <a:srgbClr val="475569"/>
                </a:solidFill>
              </a:rPr>
              <a:t>mã</a:t>
            </a:r>
            <a:r>
              <a:rPr sz="1000" b="0" dirty="0">
                <a:solidFill>
                  <a:srgbClr val="475569"/>
                </a:solidFill>
              </a:rPr>
              <a:t> QR </a:t>
            </a:r>
            <a:r>
              <a:rPr sz="1000" b="0" dirty="0" err="1">
                <a:solidFill>
                  <a:srgbClr val="475569"/>
                </a:solidFill>
              </a:rPr>
              <a:t>định</a:t>
            </a:r>
            <a:r>
              <a:rPr sz="1000" b="0" dirty="0">
                <a:solidFill>
                  <a:srgbClr val="475569"/>
                </a:solidFill>
              </a:rPr>
              <a:t> </a:t>
            </a:r>
            <a:r>
              <a:rPr sz="1000" b="0" dirty="0" err="1">
                <a:solidFill>
                  <a:srgbClr val="475569"/>
                </a:solidFill>
              </a:rPr>
              <a:t>danh</a:t>
            </a:r>
            <a:r>
              <a:rPr sz="1000" b="0" dirty="0">
                <a:solidFill>
                  <a:srgbClr val="475569"/>
                </a:solidFill>
              </a:rPr>
              <a:t> </a:t>
            </a:r>
            <a:r>
              <a:rPr sz="1000" b="0" dirty="0" err="1">
                <a:solidFill>
                  <a:srgbClr val="475569"/>
                </a:solidFill>
              </a:rPr>
              <a:t>bàn</a:t>
            </a:r>
            <a:r>
              <a:rPr sz="1000" b="0" dirty="0">
                <a:solidFill>
                  <a:srgbClr val="475569"/>
                </a:solidFill>
              </a:rPr>
              <a:t> </a:t>
            </a:r>
            <a:r>
              <a:rPr sz="1000" b="0" dirty="0" err="1">
                <a:solidFill>
                  <a:srgbClr val="475569"/>
                </a:solidFill>
              </a:rPr>
              <a:t>ăn</a:t>
            </a:r>
            <a:r>
              <a:rPr sz="1000" b="0" dirty="0">
                <a:solidFill>
                  <a:srgbClr val="475569"/>
                </a:solidFill>
              </a:rPr>
              <a:t> (</a:t>
            </a:r>
            <a:r>
              <a:rPr sz="1000" b="0" dirty="0" err="1">
                <a:solidFill>
                  <a:srgbClr val="475569"/>
                </a:solidFill>
              </a:rPr>
              <a:t>không</a:t>
            </a:r>
            <a:r>
              <a:rPr sz="1000" b="0" dirty="0">
                <a:solidFill>
                  <a:srgbClr val="475569"/>
                </a:solidFill>
              </a:rPr>
              <a:t> </a:t>
            </a:r>
            <a:r>
              <a:rPr sz="1000" b="0" dirty="0" err="1">
                <a:solidFill>
                  <a:srgbClr val="475569"/>
                </a:solidFill>
              </a:rPr>
              <a:t>cần</a:t>
            </a:r>
            <a:r>
              <a:rPr sz="1000" b="0" dirty="0">
                <a:solidFill>
                  <a:srgbClr val="475569"/>
                </a:solidFill>
              </a:rPr>
              <a:t> </a:t>
            </a:r>
            <a:r>
              <a:rPr sz="1000" b="0" dirty="0" err="1">
                <a:solidFill>
                  <a:srgbClr val="475569"/>
                </a:solidFill>
              </a:rPr>
              <a:t>cài</a:t>
            </a:r>
            <a:r>
              <a:rPr sz="1000" b="0" dirty="0">
                <a:solidFill>
                  <a:srgbClr val="475569"/>
                </a:solidFill>
              </a:rPr>
              <a:t> app).</a:t>
            </a:r>
          </a:p>
          <a:p>
            <a:pPr>
              <a:spcBef>
                <a:spcPts val="200"/>
              </a:spcBef>
              <a:defRPr sz="880" b="1">
                <a:solidFill>
                  <a:srgbClr val="0F172A"/>
                </a:solidFill>
                <a:latin typeface="Segoe UI"/>
              </a:defRPr>
            </a:pPr>
            <a:r>
              <a:rPr sz="1000" dirty="0"/>
              <a:t>• </a:t>
            </a:r>
            <a:r>
              <a:rPr sz="1000" dirty="0" err="1"/>
              <a:t>Nhận</a:t>
            </a:r>
            <a:r>
              <a:rPr sz="1000" dirty="0"/>
              <a:t> </a:t>
            </a:r>
            <a:r>
              <a:rPr sz="1000" dirty="0" err="1"/>
              <a:t>diện</a:t>
            </a:r>
            <a:r>
              <a:rPr sz="1000" dirty="0"/>
              <a:t> &amp; </a:t>
            </a:r>
            <a:r>
              <a:rPr sz="1000" dirty="0" err="1"/>
              <a:t>Khởi</a:t>
            </a:r>
            <a:r>
              <a:rPr sz="1000" dirty="0"/>
              <a:t> </a:t>
            </a:r>
            <a:r>
              <a:rPr sz="1000" dirty="0" err="1"/>
              <a:t>tạo</a:t>
            </a:r>
            <a:r>
              <a:rPr sz="1000" dirty="0"/>
              <a:t>: </a:t>
            </a:r>
            <a:r>
              <a:rPr sz="1000" b="0" dirty="0">
                <a:solidFill>
                  <a:srgbClr val="475569"/>
                </a:solidFill>
              </a:rPr>
              <a:t>Back-End </a:t>
            </a:r>
            <a:r>
              <a:rPr sz="1000" b="0" dirty="0" err="1">
                <a:solidFill>
                  <a:srgbClr val="475569"/>
                </a:solidFill>
              </a:rPr>
              <a:t>giải</a:t>
            </a:r>
            <a:r>
              <a:rPr sz="1000" b="0" dirty="0">
                <a:solidFill>
                  <a:srgbClr val="475569"/>
                </a:solidFill>
              </a:rPr>
              <a:t> </a:t>
            </a:r>
            <a:r>
              <a:rPr sz="1000" b="0" dirty="0" err="1">
                <a:solidFill>
                  <a:srgbClr val="475569"/>
                </a:solidFill>
              </a:rPr>
              <a:t>mã</a:t>
            </a:r>
            <a:r>
              <a:rPr sz="1000" b="0" dirty="0">
                <a:solidFill>
                  <a:srgbClr val="475569"/>
                </a:solidFill>
              </a:rPr>
              <a:t> </a:t>
            </a:r>
            <a:r>
              <a:rPr sz="1000" b="0" dirty="0" err="1">
                <a:solidFill>
                  <a:srgbClr val="475569"/>
                </a:solidFill>
              </a:rPr>
              <a:t>tableId</a:t>
            </a:r>
            <a:r>
              <a:rPr sz="1000" b="0" dirty="0">
                <a:solidFill>
                  <a:srgbClr val="475569"/>
                </a:solidFill>
              </a:rPr>
              <a:t>, </a:t>
            </a:r>
            <a:r>
              <a:rPr sz="1000" b="0" dirty="0" err="1">
                <a:solidFill>
                  <a:srgbClr val="475569"/>
                </a:solidFill>
              </a:rPr>
              <a:t>kiểm</a:t>
            </a:r>
            <a:r>
              <a:rPr sz="1000" b="0" dirty="0">
                <a:solidFill>
                  <a:srgbClr val="475569"/>
                </a:solidFill>
              </a:rPr>
              <a:t> </a:t>
            </a:r>
            <a:r>
              <a:rPr sz="1000" b="0" dirty="0" err="1">
                <a:solidFill>
                  <a:srgbClr val="475569"/>
                </a:solidFill>
              </a:rPr>
              <a:t>tra</a:t>
            </a:r>
            <a:r>
              <a:rPr sz="1000" b="0" dirty="0">
                <a:solidFill>
                  <a:srgbClr val="475569"/>
                </a:solidFill>
              </a:rPr>
              <a:t> </a:t>
            </a:r>
            <a:r>
              <a:rPr sz="1000" b="0" dirty="0" err="1">
                <a:solidFill>
                  <a:srgbClr val="475569"/>
                </a:solidFill>
              </a:rPr>
              <a:t>tính</a:t>
            </a:r>
            <a:r>
              <a:rPr sz="1000" b="0" dirty="0">
                <a:solidFill>
                  <a:srgbClr val="475569"/>
                </a:solidFill>
              </a:rPr>
              <a:t> </a:t>
            </a:r>
            <a:r>
              <a:rPr sz="1000" b="0" dirty="0" err="1">
                <a:solidFill>
                  <a:srgbClr val="475569"/>
                </a:solidFill>
              </a:rPr>
              <a:t>hợp</a:t>
            </a:r>
            <a:r>
              <a:rPr sz="1000" b="0" dirty="0">
                <a:solidFill>
                  <a:srgbClr val="475569"/>
                </a:solidFill>
              </a:rPr>
              <a:t> </a:t>
            </a:r>
            <a:r>
              <a:rPr sz="1000" b="0" dirty="0" err="1">
                <a:solidFill>
                  <a:srgbClr val="475569"/>
                </a:solidFill>
              </a:rPr>
              <a:t>lệ</a:t>
            </a:r>
            <a:r>
              <a:rPr sz="1000" b="0" dirty="0">
                <a:solidFill>
                  <a:srgbClr val="475569"/>
                </a:solidFill>
              </a:rPr>
              <a:t> </a:t>
            </a:r>
            <a:r>
              <a:rPr sz="1000" b="0" dirty="0" err="1">
                <a:solidFill>
                  <a:srgbClr val="475569"/>
                </a:solidFill>
              </a:rPr>
              <a:t>và</a:t>
            </a:r>
            <a:r>
              <a:rPr sz="1000" b="0" dirty="0">
                <a:solidFill>
                  <a:srgbClr val="475569"/>
                </a:solidFill>
              </a:rPr>
              <a:t> </a:t>
            </a:r>
            <a:r>
              <a:rPr sz="1000" b="0" dirty="0" err="1">
                <a:solidFill>
                  <a:srgbClr val="475569"/>
                </a:solidFill>
              </a:rPr>
              <a:t>chuyển</a:t>
            </a:r>
            <a:r>
              <a:rPr sz="1000" b="0" dirty="0">
                <a:solidFill>
                  <a:srgbClr val="475569"/>
                </a:solidFill>
              </a:rPr>
              <a:t> </a:t>
            </a:r>
            <a:r>
              <a:rPr sz="1000" b="0" dirty="0" err="1">
                <a:solidFill>
                  <a:srgbClr val="475569"/>
                </a:solidFill>
              </a:rPr>
              <a:t>trạng</a:t>
            </a:r>
            <a:r>
              <a:rPr sz="1000" b="0" dirty="0">
                <a:solidFill>
                  <a:srgbClr val="475569"/>
                </a:solidFill>
              </a:rPr>
              <a:t> </a:t>
            </a:r>
            <a:r>
              <a:rPr sz="1000" b="0" dirty="0" err="1">
                <a:solidFill>
                  <a:srgbClr val="475569"/>
                </a:solidFill>
              </a:rPr>
              <a:t>thái</a:t>
            </a:r>
            <a:r>
              <a:rPr sz="1000" b="0" dirty="0">
                <a:solidFill>
                  <a:srgbClr val="475569"/>
                </a:solidFill>
              </a:rPr>
              <a:t> </a:t>
            </a:r>
            <a:r>
              <a:rPr sz="1000" b="0" dirty="0" err="1">
                <a:solidFill>
                  <a:srgbClr val="475569"/>
                </a:solidFill>
              </a:rPr>
              <a:t>bàn</a:t>
            </a:r>
            <a:r>
              <a:rPr sz="1000" b="0" dirty="0">
                <a:solidFill>
                  <a:srgbClr val="475569"/>
                </a:solidFill>
              </a:rPr>
              <a:t> sang '</a:t>
            </a:r>
            <a:r>
              <a:rPr sz="1000" b="0" dirty="0" err="1">
                <a:solidFill>
                  <a:srgbClr val="475569"/>
                </a:solidFill>
              </a:rPr>
              <a:t>co_khach</a:t>
            </a:r>
            <a:r>
              <a:rPr sz="1000" b="0" dirty="0">
                <a:solidFill>
                  <a:srgbClr val="475569"/>
                </a:solidFill>
              </a:rPr>
              <a:t>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523744"/>
            <a:ext cx="5760720" cy="11704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73152" rIns="164592" rtlCol="0" anchor="ctr"/>
          <a:lstStyle/>
          <a:p>
            <a:pPr algn="ctr">
              <a:defRPr sz="1050" b="1">
                <a:solidFill>
                  <a:srgbClr val="0284C7"/>
                </a:solidFill>
                <a:latin typeface="Segoe UI"/>
              </a:defRPr>
            </a:pPr>
            <a:r>
              <a:rPr sz="1200"/>
              <a:t>📖 BƯỚC 2: DUYỆT THỰC ĐƠN SỐ &amp; TÙY CHỌN MÓN</a:t>
            </a:r>
          </a:p>
          <a:p>
            <a:pPr>
              <a:spcBef>
                <a:spcPts val="200"/>
              </a:spcBef>
              <a:defRPr sz="880" b="1">
                <a:solidFill>
                  <a:srgbClr val="0F172A"/>
                </a:solidFill>
                <a:latin typeface="Segoe UI"/>
              </a:defRPr>
            </a:pPr>
            <a:r>
              <a:rPr sz="1000"/>
              <a:t>• Xem menu trực quan: </a:t>
            </a:r>
            <a:r>
              <a:rPr sz="1000" b="0">
                <a:solidFill>
                  <a:srgbClr val="475569"/>
                </a:solidFill>
              </a:rPr>
              <a:t>Duyệt danh mục món ăn (khai vị, món chính, đồ uống) với hình ảnh sắc nét &amp; giá niêm yết.</a:t>
            </a:r>
          </a:p>
          <a:p>
            <a:pPr>
              <a:spcBef>
                <a:spcPts val="200"/>
              </a:spcBef>
              <a:defRPr sz="880" b="1">
                <a:solidFill>
                  <a:srgbClr val="0F172A"/>
                </a:solidFill>
                <a:latin typeface="Segoe UI"/>
              </a:defRPr>
            </a:pPr>
            <a:r>
              <a:rPr sz="1000"/>
              <a:t>• Cá nhân hóa khẩu vị: </a:t>
            </a:r>
            <a:r>
              <a:rPr sz="1000" b="0">
                <a:solidFill>
                  <a:srgbClr val="475569"/>
                </a:solidFill>
              </a:rPr>
              <a:t>Thêm món vào giỏ hàng và ghi chú tùy chỉnh chi tiết (không cay, ít ngọt, không hành...).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13048"/>
            <a:ext cx="5760720" cy="11704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73152" rIns="164592" rtlCol="0" anchor="ctr"/>
          <a:lstStyle/>
          <a:p>
            <a:pPr algn="ctr">
              <a:defRPr sz="1050" b="1">
                <a:solidFill>
                  <a:srgbClr val="D97706"/>
                </a:solidFill>
                <a:latin typeface="Segoe UI"/>
              </a:defRPr>
            </a:pPr>
            <a:r>
              <a:rPr sz="1200"/>
              <a:t>⚡ BƯỚC 3: GỬI ĐƠN &amp; THEO DÕI TIẾN ĐỘ REAL-TIME</a:t>
            </a:r>
          </a:p>
          <a:p>
            <a:pPr>
              <a:spcBef>
                <a:spcPts val="200"/>
              </a:spcBef>
              <a:defRPr sz="880" b="1">
                <a:solidFill>
                  <a:srgbClr val="0F172A"/>
                </a:solidFill>
                <a:latin typeface="Segoe UI"/>
              </a:defRPr>
            </a:pPr>
            <a:r>
              <a:rPr sz="1000"/>
              <a:t>• Đặt món tức thì: </a:t>
            </a:r>
            <a:r>
              <a:rPr sz="1000" b="0">
                <a:solidFill>
                  <a:srgbClr val="475569"/>
                </a:solidFill>
              </a:rPr>
              <a:t>Bấm 'Xác nhận gọi món' ➔ Back-End tạo Order và kích hoạt Socket.io sự kiện 'order:new'.</a:t>
            </a:r>
          </a:p>
          <a:p>
            <a:pPr>
              <a:spcBef>
                <a:spcPts val="200"/>
              </a:spcBef>
              <a:defRPr sz="880" b="1">
                <a:solidFill>
                  <a:srgbClr val="0F172A"/>
                </a:solidFill>
                <a:latin typeface="Segoe UI"/>
              </a:defRPr>
            </a:pPr>
            <a:r>
              <a:rPr sz="1000"/>
              <a:t>• Bếp nhận &lt;50ms: </a:t>
            </a:r>
            <a:r>
              <a:rPr sz="1000" b="0">
                <a:solidFill>
                  <a:srgbClr val="475569"/>
                </a:solidFill>
              </a:rPr>
              <a:t>Màn hình Bếp KDS reo chuông nhận đơn; Khách theo dõi: Chờ nấu ➔ Đang nấu ➔ Sẵn sàng.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102352"/>
            <a:ext cx="5760720" cy="11704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73152" rIns="164592" rtlCol="0" anchor="ctr"/>
          <a:lstStyle/>
          <a:p>
            <a:pPr algn="ctr">
              <a:defRPr sz="1050" b="1">
                <a:solidFill>
                  <a:srgbClr val="059669"/>
                </a:solidFill>
                <a:latin typeface="Segoe UI"/>
              </a:defRPr>
            </a:pPr>
            <a:r>
              <a:rPr sz="1200"/>
              <a:t>💳 BƯỚC 4: THANH TOÁN VIETQR &amp; TÍCH ĐIỂM CRM</a:t>
            </a:r>
          </a:p>
          <a:p>
            <a:pPr>
              <a:spcBef>
                <a:spcPts val="200"/>
              </a:spcBef>
              <a:defRPr sz="880" b="1">
                <a:solidFill>
                  <a:srgbClr val="0F172A"/>
                </a:solidFill>
                <a:latin typeface="Segoe UI"/>
              </a:defRPr>
            </a:pPr>
            <a:r>
              <a:rPr sz="1000"/>
              <a:t>• Thanh toán không tiền mặt: </a:t>
            </a:r>
            <a:r>
              <a:rPr sz="1000" b="0">
                <a:solidFill>
                  <a:srgbClr val="475569"/>
                </a:solidFill>
              </a:rPr>
              <a:t>Hệ thống sinh mã VietQR động tự điền số tiền và nội dung chuyển khoản chính xác.</a:t>
            </a:r>
          </a:p>
          <a:p>
            <a:pPr>
              <a:spcBef>
                <a:spcPts val="200"/>
              </a:spcBef>
              <a:defRPr sz="880" b="1">
                <a:solidFill>
                  <a:srgbClr val="0F172A"/>
                </a:solidFill>
                <a:latin typeface="Segoe UI"/>
              </a:defRPr>
            </a:pPr>
            <a:r>
              <a:rPr sz="1000"/>
              <a:t>• Tích điểm hội viên: </a:t>
            </a:r>
            <a:r>
              <a:rPr sz="1000" b="0">
                <a:solidFill>
                  <a:srgbClr val="475569"/>
                </a:solidFill>
              </a:rPr>
              <a:t>Nhập SĐT để tích lũy điểm (100k = 1 điểm) và tự động chiết khấu giảm giá trực tiếp.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1234440"/>
            <a:ext cx="4785055" cy="507492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47025" y="1819656"/>
            <a:ext cx="471315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Segoe UI"/>
              </a:defRPr>
            </a:pPr>
            <a:r>
              <a:rPr sz="1400" dirty="0"/>
              <a:t>📱 GIAO DIỆN GỌI MÓN QR &amp; THANH TOÁN VIETQR</a:t>
            </a:r>
          </a:p>
        </p:txBody>
      </p:sp>
      <p:pic>
        <p:nvPicPr>
          <p:cNvPr id="14" name="Picture 13" descr="10_qr_or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578608"/>
            <a:ext cx="4510735" cy="307700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28016"/>
            <a:ext cx="3657600" cy="237744"/>
          </a:xfrm>
          <a:prstGeom prst="roundRect">
            <a:avLst/>
          </a:prstGeom>
          <a:solidFill>
            <a:srgbClr val="EEF2FF"/>
          </a:solidFill>
          <a:ln w="9525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73152" tIns="18288" rIns="73152" bIns="18288" rtlCol="0" anchor="ctr"/>
          <a:lstStyle/>
          <a:p>
            <a:pPr algn="ctr">
              <a:defRPr sz="850" b="1">
                <a:solidFill>
                  <a:srgbClr val="2563EB"/>
                </a:solidFill>
                <a:latin typeface="Segoe UI"/>
              </a:defRPr>
            </a:pPr>
            <a:r>
              <a:t>CHƯƠNG 5: KẾT LUẬN &amp; HƯỚNG PHÁT TRIỂN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"/>
            <a:ext cx="10698480" cy="47705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Segoe UI"/>
              </a:defRPr>
            </a:pPr>
            <a:r>
              <a:rPr sz="2800" dirty="0"/>
              <a:t>Định </a:t>
            </a:r>
            <a:r>
              <a:rPr sz="2800" dirty="0" err="1"/>
              <a:t>Hướng</a:t>
            </a:r>
            <a:r>
              <a:rPr sz="2800" dirty="0"/>
              <a:t> </a:t>
            </a:r>
            <a:r>
              <a:rPr sz="2800" dirty="0" err="1"/>
              <a:t>Nâng</a:t>
            </a:r>
            <a:r>
              <a:rPr sz="2800" dirty="0"/>
              <a:t> </a:t>
            </a:r>
            <a:r>
              <a:rPr sz="2800" dirty="0" err="1"/>
              <a:t>Cấp</a:t>
            </a:r>
            <a:endParaRPr sz="2800" dirty="0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10728655" cy="292608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Đồ Án Chuyên Đề Back-End: Royal Bistro | Sinh viên: Nguyễn Hoàng Hưng – 501250384 (K25)                                 Trang 12/13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234440"/>
            <a:ext cx="10698480" cy="5074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28600" rIns="256032" rtlCol="0" anchor="ctr"/>
          <a:lstStyle/>
          <a:p>
            <a:pPr algn="ctr">
              <a:defRPr sz="1300" b="1">
                <a:solidFill>
                  <a:srgbClr val="D97706"/>
                </a:solidFill>
                <a:latin typeface="Segoe UI"/>
              </a:defRPr>
            </a:pPr>
            <a:r>
              <a:rPr sz="2000" dirty="0"/>
              <a:t>LỘ TRÌNH PHÁT TRIỂN TIẾP THEO</a:t>
            </a:r>
          </a:p>
          <a:p>
            <a:pPr>
              <a:spcBef>
                <a:spcPts val="1400"/>
              </a:spcBef>
              <a:defRPr sz="1050" b="1">
                <a:solidFill>
                  <a:srgbClr val="0F172A"/>
                </a:solidFill>
                <a:latin typeface="Segoe UI"/>
              </a:defRPr>
            </a:pPr>
            <a:r>
              <a:rPr sz="2000" dirty="0"/>
              <a:t>• </a:t>
            </a:r>
            <a:r>
              <a:rPr sz="2000" dirty="0" err="1"/>
              <a:t>Tích</a:t>
            </a:r>
            <a:r>
              <a:rPr sz="2000" dirty="0"/>
              <a:t> </a:t>
            </a:r>
            <a:r>
              <a:rPr sz="2000" dirty="0" err="1"/>
              <a:t>hợp</a:t>
            </a:r>
            <a:r>
              <a:rPr sz="2000" dirty="0"/>
              <a:t> Redis Cache: </a:t>
            </a:r>
            <a:r>
              <a:rPr sz="2000" b="0" dirty="0">
                <a:solidFill>
                  <a:srgbClr val="475569"/>
                </a:solidFill>
              </a:rPr>
              <a:t>Lưu </a:t>
            </a:r>
            <a:r>
              <a:rPr sz="2000" b="0" dirty="0" err="1">
                <a:solidFill>
                  <a:srgbClr val="475569"/>
                </a:solidFill>
              </a:rPr>
              <a:t>bộ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nhớ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đệm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thực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đơn</a:t>
            </a:r>
            <a:r>
              <a:rPr sz="2000" b="0" dirty="0">
                <a:solidFill>
                  <a:srgbClr val="475569"/>
                </a:solidFill>
              </a:rPr>
              <a:t> &amp; </a:t>
            </a:r>
            <a:r>
              <a:rPr sz="2000" b="0" dirty="0" err="1">
                <a:solidFill>
                  <a:srgbClr val="475569"/>
                </a:solidFill>
              </a:rPr>
              <a:t>sơ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đồ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bàn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ăn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để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giảm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tải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truy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vấn</a:t>
            </a:r>
            <a:r>
              <a:rPr sz="2000" b="0" dirty="0">
                <a:solidFill>
                  <a:srgbClr val="475569"/>
                </a:solidFill>
              </a:rPr>
              <a:t> MongoDB </a:t>
            </a:r>
            <a:r>
              <a:rPr sz="2000" b="0" dirty="0" err="1">
                <a:solidFill>
                  <a:srgbClr val="475569"/>
                </a:solidFill>
              </a:rPr>
              <a:t>và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tăng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tốc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phản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hồi</a:t>
            </a:r>
            <a:r>
              <a:rPr sz="2000" b="0" dirty="0">
                <a:solidFill>
                  <a:srgbClr val="475569"/>
                </a:solidFill>
              </a:rPr>
              <a:t>.</a:t>
            </a:r>
          </a:p>
          <a:p>
            <a:pPr>
              <a:spcBef>
                <a:spcPts val="1400"/>
              </a:spcBef>
              <a:defRPr sz="1050" b="1">
                <a:solidFill>
                  <a:srgbClr val="0F172A"/>
                </a:solidFill>
                <a:latin typeface="Segoe UI"/>
              </a:defRPr>
            </a:pPr>
            <a:r>
              <a:rPr sz="2000" dirty="0"/>
              <a:t>• Webhook Ngân </a:t>
            </a:r>
            <a:r>
              <a:rPr sz="2000" dirty="0" err="1"/>
              <a:t>hàng</a:t>
            </a:r>
            <a:r>
              <a:rPr sz="2000" dirty="0"/>
              <a:t> </a:t>
            </a:r>
            <a:r>
              <a:rPr sz="2000" dirty="0" err="1"/>
              <a:t>tự</a:t>
            </a:r>
            <a:r>
              <a:rPr sz="2000" dirty="0"/>
              <a:t> </a:t>
            </a:r>
            <a:r>
              <a:rPr sz="2000" dirty="0" err="1"/>
              <a:t>động</a:t>
            </a:r>
            <a:r>
              <a:rPr sz="2000" dirty="0"/>
              <a:t>: </a:t>
            </a:r>
            <a:r>
              <a:rPr sz="2000" b="0" dirty="0" err="1">
                <a:solidFill>
                  <a:srgbClr val="475569"/>
                </a:solidFill>
              </a:rPr>
              <a:t>Kết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nối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SePAY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hoặc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VietQR</a:t>
            </a:r>
            <a:r>
              <a:rPr sz="2000" b="0" dirty="0">
                <a:solidFill>
                  <a:srgbClr val="475569"/>
                </a:solidFill>
              </a:rPr>
              <a:t> Webhook </a:t>
            </a:r>
            <a:r>
              <a:rPr sz="2000" b="0" dirty="0" err="1">
                <a:solidFill>
                  <a:srgbClr val="475569"/>
                </a:solidFill>
              </a:rPr>
              <a:t>để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tự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động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xác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nhận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hóa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đơn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khi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tiền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vào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tài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khoản</a:t>
            </a:r>
            <a:r>
              <a:rPr sz="2000" b="0" dirty="0">
                <a:solidFill>
                  <a:srgbClr val="475569"/>
                </a:solidFill>
              </a:rPr>
              <a:t>.</a:t>
            </a:r>
          </a:p>
          <a:p>
            <a:pPr>
              <a:spcBef>
                <a:spcPts val="1400"/>
              </a:spcBef>
              <a:defRPr sz="1050" b="1">
                <a:solidFill>
                  <a:srgbClr val="0F172A"/>
                </a:solidFill>
                <a:latin typeface="Segoe UI"/>
              </a:defRPr>
            </a:pPr>
            <a:r>
              <a:rPr sz="2000" dirty="0"/>
              <a:t>• </a:t>
            </a:r>
            <a:r>
              <a:rPr sz="2000" dirty="0" err="1"/>
              <a:t>Kiến</a:t>
            </a:r>
            <a:r>
              <a:rPr sz="2000" dirty="0"/>
              <a:t> </a:t>
            </a:r>
            <a:r>
              <a:rPr sz="2000" dirty="0" err="1"/>
              <a:t>trúc</a:t>
            </a:r>
            <a:r>
              <a:rPr sz="2000" dirty="0"/>
              <a:t> Microservices: </a:t>
            </a:r>
            <a:r>
              <a:rPr sz="2000" b="0" dirty="0" err="1">
                <a:solidFill>
                  <a:srgbClr val="475569"/>
                </a:solidFill>
              </a:rPr>
              <a:t>Tách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độc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lập</a:t>
            </a:r>
            <a:r>
              <a:rPr sz="2000" b="0" dirty="0">
                <a:solidFill>
                  <a:srgbClr val="475569"/>
                </a:solidFill>
              </a:rPr>
              <a:t> Service Báo </a:t>
            </a:r>
            <a:r>
              <a:rPr sz="2000" b="0" dirty="0" err="1">
                <a:solidFill>
                  <a:srgbClr val="475569"/>
                </a:solidFill>
              </a:rPr>
              <a:t>cáo</a:t>
            </a:r>
            <a:r>
              <a:rPr sz="2000" b="0" dirty="0">
                <a:solidFill>
                  <a:srgbClr val="475569"/>
                </a:solidFill>
              </a:rPr>
              <a:t> (Reporting) </a:t>
            </a:r>
            <a:r>
              <a:rPr sz="2000" b="0" dirty="0" err="1">
                <a:solidFill>
                  <a:srgbClr val="475569"/>
                </a:solidFill>
              </a:rPr>
              <a:t>và</a:t>
            </a:r>
            <a:r>
              <a:rPr sz="2000" b="0" dirty="0">
                <a:solidFill>
                  <a:srgbClr val="475569"/>
                </a:solidFill>
              </a:rPr>
              <a:t> Service Kho </a:t>
            </a:r>
            <a:r>
              <a:rPr sz="2000" b="0" dirty="0" err="1">
                <a:solidFill>
                  <a:srgbClr val="475569"/>
                </a:solidFill>
              </a:rPr>
              <a:t>nguyên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liệu</a:t>
            </a:r>
            <a:r>
              <a:rPr sz="2000" b="0" dirty="0">
                <a:solidFill>
                  <a:srgbClr val="475569"/>
                </a:solidFill>
              </a:rPr>
              <a:t> (Inventory) </a:t>
            </a:r>
            <a:r>
              <a:rPr sz="2000" b="0" dirty="0" err="1">
                <a:solidFill>
                  <a:srgbClr val="475569"/>
                </a:solidFill>
              </a:rPr>
              <a:t>để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mở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rộng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quy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mô</a:t>
            </a:r>
            <a:r>
              <a:rPr sz="2000" b="0" dirty="0">
                <a:solidFill>
                  <a:srgbClr val="475569"/>
                </a:solidFill>
              </a:rPr>
              <a:t>.</a:t>
            </a:r>
          </a:p>
          <a:p>
            <a:pPr>
              <a:spcBef>
                <a:spcPts val="1400"/>
              </a:spcBef>
              <a:defRPr sz="1050" b="1">
                <a:solidFill>
                  <a:srgbClr val="0F172A"/>
                </a:solidFill>
                <a:latin typeface="Segoe UI"/>
              </a:defRPr>
            </a:pPr>
            <a:r>
              <a:rPr sz="2000" dirty="0"/>
              <a:t>• </a:t>
            </a:r>
            <a:r>
              <a:rPr sz="2000" dirty="0" err="1"/>
              <a:t>Ứng</a:t>
            </a:r>
            <a:r>
              <a:rPr sz="2000" dirty="0"/>
              <a:t> </a:t>
            </a:r>
            <a:r>
              <a:rPr sz="2000" dirty="0" err="1"/>
              <a:t>dụng</a:t>
            </a:r>
            <a:r>
              <a:rPr sz="2000" dirty="0"/>
              <a:t> Trí </a:t>
            </a:r>
            <a:r>
              <a:rPr sz="2000" dirty="0" err="1"/>
              <a:t>tuệ</a:t>
            </a:r>
            <a:r>
              <a:rPr sz="2000" dirty="0"/>
              <a:t> </a:t>
            </a:r>
            <a:r>
              <a:rPr sz="2000" dirty="0" err="1"/>
              <a:t>nhân</a:t>
            </a:r>
            <a:r>
              <a:rPr sz="2000" dirty="0"/>
              <a:t> </a:t>
            </a:r>
            <a:r>
              <a:rPr sz="2000" dirty="0" err="1"/>
              <a:t>tạo</a:t>
            </a:r>
            <a:r>
              <a:rPr sz="2000" dirty="0"/>
              <a:t> (AI): </a:t>
            </a:r>
            <a:r>
              <a:rPr sz="2000" b="0" dirty="0" err="1">
                <a:solidFill>
                  <a:srgbClr val="475569"/>
                </a:solidFill>
              </a:rPr>
              <a:t>Xây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dựng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mô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hình</a:t>
            </a:r>
            <a:r>
              <a:rPr sz="2000" b="0" dirty="0">
                <a:solidFill>
                  <a:srgbClr val="475569"/>
                </a:solidFill>
              </a:rPr>
              <a:t> AI </a:t>
            </a:r>
            <a:r>
              <a:rPr sz="2000" b="0" dirty="0" err="1">
                <a:solidFill>
                  <a:srgbClr val="475569"/>
                </a:solidFill>
              </a:rPr>
              <a:t>dự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báo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lượng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khách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và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định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lượng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tiêu</a:t>
            </a:r>
            <a:r>
              <a:rPr sz="2000" b="0" dirty="0">
                <a:solidFill>
                  <a:srgbClr val="475569"/>
                </a:solidFill>
              </a:rPr>
              <a:t> hao </a:t>
            </a:r>
            <a:r>
              <a:rPr sz="2000" b="0" dirty="0" err="1">
                <a:solidFill>
                  <a:srgbClr val="475569"/>
                </a:solidFill>
              </a:rPr>
              <a:t>nguyên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liệu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theo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ngày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trong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tuần</a:t>
            </a:r>
            <a:r>
              <a:rPr sz="2000" b="0" dirty="0">
                <a:solidFill>
                  <a:srgbClr val="475569"/>
                </a:solidFill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92</TotalTime>
  <Words>1332</Words>
  <Application>Microsoft Office PowerPoint</Application>
  <PresentationFormat>Widescreen</PresentationFormat>
  <Paragraphs>87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Hưng Nguyễn</cp:lastModifiedBy>
  <cp:revision>1</cp:revision>
  <dcterms:created xsi:type="dcterms:W3CDTF">2013-01-27T09:14:16Z</dcterms:created>
  <dcterms:modified xsi:type="dcterms:W3CDTF">2026-10-20T02:48:15Z</dcterms:modified>
  <cp:category/>
</cp:coreProperties>
</file>